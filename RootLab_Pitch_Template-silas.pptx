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4"/>
  </p:notesMasterIdLst>
  <p:sldIdLst>
    <p:sldId id="256" r:id="rId13"/>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notesMaster" Target="notesMasters/notesMaster1.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400" b="0" strike="noStrike" spc="-1">
                <a:solidFill>
                  <a:srgbClr val="000000"/>
                </a:solidFill>
                <a:latin typeface="Arial"/>
              </a:rPr>
              <a:t>Click to move the slide</a:t>
            </a:r>
            <a:endParaRPr lang="en-US" sz="1400" b="0" strike="noStrike" spc="-1">
              <a:solidFill>
                <a:srgbClr val="000000"/>
              </a:solidFill>
              <a:latin typeface="Arial"/>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marL="215900" indent="-215900">
              <a:buNone/>
            </a:pPr>
            <a:r>
              <a:rPr lang="en-US" sz="2000" b="0" strike="noStrike" spc="-1">
                <a:solidFill>
                  <a:srgbClr val="000000"/>
                </a:solidFill>
                <a:latin typeface="Arial"/>
              </a:rPr>
              <a:t>Click to edit the notes format</a:t>
            </a:r>
            <a:endParaRPr lang="en-US" sz="2000" b="0" strike="noStrike" spc="-1">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buNone/>
            </a:pPr>
            <a:r>
              <a:rPr lang="en-US" sz="1400" b="0" strike="noStrike" spc="-1">
                <a:solidFill>
                  <a:srgbClr val="000000"/>
                </a:solidFill>
                <a:latin typeface="Times New Roman"/>
              </a:rPr>
              <a:t>&lt;header&gt;</a:t>
            </a:r>
            <a:endParaRPr lang="en-US" sz="1400" b="0" strike="noStrike" spc="-1">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D44874F4-03C6-42DE-B540-1E3E54C00B6C}" type="slidenum">
              <a:rPr lang="en-US" sz="1400" b="0" strike="noStrike" spc="-1">
                <a:solidFill>
                  <a:srgbClr val="000000"/>
                </a:solidFill>
                <a:latin typeface="Times New Roman"/>
              </a:rPr>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p>
            <a:pPr indent="0">
              <a:lnSpc>
                <a:spcPct val="100000"/>
              </a:lnSpc>
              <a:buNone/>
              <a:tabLst>
                <a:tab pos="0" algn="l"/>
              </a:tabLst>
            </a:pPr>
            <a:r>
              <a:rPr lang="en-US" sz="1100" b="0" strike="noStrike" spc="-1">
                <a:solidFill>
                  <a:schemeClr val="dk1"/>
                </a:solidFill>
                <a:latin typeface="Arial"/>
                <a:ea typeface="Arial"/>
              </a:rPr>
              <a:t>PLEASE DO NOT USE THIS TEMPLATE AS IT IS, THE HEADINGS AND NOTES CONTAINED INSIDE ARE TO GUIDE YOU, WE EXPECT YOU TO EDIT IT ACCORDINGLY, USE YOUR COLOURS, LOGO, DESIGN ETC.</a:t>
            </a:r>
            <a:endParaRPr lang="en-US" sz="1100" b="0" strike="noStrike" spc="-1">
              <a:solidFill>
                <a:srgbClr val="000000"/>
              </a:solidFill>
              <a:latin typeface="Arial"/>
            </a:endParaRPr>
          </a:p>
        </p:txBody>
      </p:sp>
      <p:sp>
        <p:nvSpPr>
          <p:cNvPr id="203" name="PlaceHolder 2"/>
          <p:cNvSpPr>
            <a:spLocks noGrp="1"/>
          </p:cNvSpPr>
          <p:nvPr>
            <p:ph type="sldImg"/>
          </p:nvPr>
        </p:nvSpPr>
        <p:spPr>
          <a:xfrm>
            <a:off x="380880" y="685800"/>
            <a:ext cx="6095520" cy="3428640"/>
          </a:xfrm>
          <a:prstGeom prst="rect">
            <a:avLst/>
          </a:prstGeom>
          <a:ln w="0">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20AA9E6-0E31-4617-B55A-786A5D3C37C6}" type="slidenum">
              <a:rPr/>
            </a:fld>
            <a:endParaRPr/>
          </a:p>
        </p:txBody>
      </p:sp>
      <p:sp>
        <p:nvSpPr>
          <p:cNvPr id="4" name="PlaceHolder 3"/>
          <p:cNvSpPr>
            <a:spLocks noGrp="1"/>
          </p:cNvSpPr>
          <p:nvPr>
            <p:ph type="dt" idx="1"/>
          </p:nvPr>
        </p:nvSpPr>
        <p:spPr/>
        <p:txBody>
          <a:bodyPr/>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B6241F2E-DBD3-40F8-8794-C0FCB2493AB0}" type="slidenum">
              <a:rPr/>
            </a:fld>
            <a:endParaRPr/>
          </a:p>
        </p:txBody>
      </p:sp>
      <p:sp>
        <p:nvSpPr>
          <p:cNvPr id="4" name="PlaceHolder 3"/>
          <p:cNvSpPr>
            <a:spLocks noGrp="1"/>
          </p:cNvSpPr>
          <p:nvPr>
            <p:ph type="dt" idx="4"/>
          </p:nvPr>
        </p:nvSpPr>
        <p:spPr/>
        <p:txBody>
          <a:bodyPr/>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2DE7A88-A0BC-4FF5-B59D-EA4321C99156}" type="slidenum">
              <a:rPr/>
            </a:fld>
            <a:endParaRPr/>
          </a:p>
        </p:txBody>
      </p:sp>
      <p:sp>
        <p:nvSpPr>
          <p:cNvPr id="4" name="PlaceHolder 3"/>
          <p:cNvSpPr>
            <a:spLocks noGrp="1"/>
          </p:cNvSpPr>
          <p:nvPr>
            <p:ph type="dt" idx="7"/>
          </p:nvPr>
        </p:nvSpPr>
        <p:spPr/>
        <p:txBody>
          <a:bodyPr/>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20"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p>
            <a:pPr indent="0" algn="ctr">
              <a:buNone/>
            </a:pPr>
            <a:endParaRPr lang="en-US" sz="3200" b="0" strike="noStrike" spc="-1">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48089EF-CD5E-4B68-AE1C-8961660CD67B}" type="slidenum">
              <a:rPr/>
            </a:fld>
            <a:endParaRPr/>
          </a:p>
        </p:txBody>
      </p:sp>
      <p:sp>
        <p:nvSpPr>
          <p:cNvPr id="6" name="PlaceHolder 5"/>
          <p:cNvSpPr>
            <a:spLocks noGrp="1"/>
          </p:cNvSpPr>
          <p:nvPr>
            <p:ph type="dt" idx="10"/>
          </p:nvPr>
        </p:nvSpPr>
        <p:spPr/>
        <p:txBody>
          <a:bodyPr/>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BJEC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27"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p>
            <a:pPr indent="0">
              <a:spcBef>
                <a:spcPts val="1415"/>
              </a:spcBef>
              <a:buNone/>
            </a:pPr>
            <a:endParaRPr lang="en-US" sz="1400" b="0" strike="noStrike" spc="-1">
              <a:solidFill>
                <a:srgbClr val="000000"/>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444BBE0-998F-4067-9A40-0F55E2EEA128}" type="slidenum">
              <a:rPr/>
            </a:fld>
            <a:endParaRPr/>
          </a:p>
        </p:txBody>
      </p:sp>
      <p:sp>
        <p:nvSpPr>
          <p:cNvPr id="6" name="PlaceHolder 5"/>
          <p:cNvSpPr>
            <a:spLocks noGrp="1"/>
          </p:cNvSpPr>
          <p:nvPr>
            <p:ph type="dt" idx="13"/>
          </p:nvPr>
        </p:nvSpPr>
        <p:spPr/>
        <p:txBody>
          <a:bodyPr/>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977A908D-F1BC-46EA-8EB7-4E2145F155EE}" type="slidenum">
              <a:rPr/>
            </a:fld>
            <a:endParaRPr/>
          </a:p>
        </p:txBody>
      </p:sp>
      <p:sp>
        <p:nvSpPr>
          <p:cNvPr id="4" name="PlaceHolder 3"/>
          <p:cNvSpPr>
            <a:spLocks noGrp="1"/>
          </p:cNvSpPr>
          <p:nvPr>
            <p:ph type="dt" idx="16"/>
          </p:nvPr>
        </p:nvSpPr>
        <p:spPr/>
        <p:txBody>
          <a:bodyPr/>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_OBJECTS">
    <p:spTree>
      <p:nvGrpSpPr>
        <p:cNvPr id="1" name=""/>
        <p:cNvGrpSpPr/>
        <p:nvPr/>
      </p:nvGrpSpPr>
      <p:grpSpPr>
        <a:xfrm>
          <a:off x="0" y="0"/>
          <a:ext cx="0" cy="0"/>
          <a:chOff x="0" y="0"/>
          <a:chExt cx="0" cy="0"/>
        </a:xfrm>
      </p:grpSpPr>
      <p:sp>
        <p:nvSpPr>
          <p:cNvPr id="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40" name="PlaceHolder 2"/>
          <p:cNvSpPr>
            <a:spLocks noGrp="1"/>
          </p:cNvSpPr>
          <p:nvPr>
            <p:ph/>
          </p:nvPr>
        </p:nvSpPr>
        <p:spPr>
          <a:xfrm>
            <a:off x="914400" y="2406960"/>
            <a:ext cx="8031600" cy="5965920"/>
          </a:xfrm>
          <a:prstGeom prst="rect">
            <a:avLst/>
          </a:prstGeom>
          <a:noFill/>
          <a:ln w="0">
            <a:noFill/>
          </a:ln>
        </p:spPr>
        <p:txBody>
          <a:bodyPr lIns="0" tIns="0" rIns="0" bIns="0" anchor="t">
            <a:normAutofit fontScale="74983" lnSpcReduction="20000"/>
          </a:bodyPr>
          <a:p>
            <a:pPr indent="0">
              <a:spcBef>
                <a:spcPts val="1415"/>
              </a:spcBef>
              <a:buNone/>
            </a:pPr>
            <a:endParaRPr lang="en-US" sz="1400" b="0" strike="noStrike" spc="-1">
              <a:solidFill>
                <a:srgbClr val="000000"/>
              </a:solidFill>
              <a:latin typeface="Arial"/>
            </a:endParaRPr>
          </a:p>
        </p:txBody>
      </p:sp>
      <p:sp>
        <p:nvSpPr>
          <p:cNvPr id="41" name="PlaceHolder 3"/>
          <p:cNvSpPr>
            <a:spLocks noGrp="1"/>
          </p:cNvSpPr>
          <p:nvPr>
            <p:ph/>
          </p:nvPr>
        </p:nvSpPr>
        <p:spPr>
          <a:xfrm>
            <a:off x="9348120" y="2406960"/>
            <a:ext cx="8031600" cy="5965920"/>
          </a:xfrm>
          <a:prstGeom prst="rect">
            <a:avLst/>
          </a:prstGeom>
          <a:noFill/>
          <a:ln w="0">
            <a:noFill/>
          </a:ln>
        </p:spPr>
        <p:txBody>
          <a:bodyPr lIns="0" tIns="0" rIns="0" bIns="0" anchor="t">
            <a:normAutofit fontScale="74983" lnSpcReduction="20000"/>
          </a:bodyPr>
          <a:p>
            <a:pPr indent="0">
              <a:spcBef>
                <a:spcPts val="1415"/>
              </a:spcBef>
              <a:buNone/>
            </a:pPr>
            <a:endParaRPr lang="en-US" sz="1400" b="0" strike="noStrike" spc="-1">
              <a:solidFill>
                <a:srgbClr val="000000"/>
              </a:solidFill>
              <a:latin typeface="Arial"/>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9B5E693-764A-48BE-8DBC-DC9DF291FA96}" type="slidenum">
              <a:rPr/>
            </a:fld>
            <a:endParaRPr/>
          </a:p>
        </p:txBody>
      </p:sp>
      <p:sp>
        <p:nvSpPr>
          <p:cNvPr id="7" name="PlaceHolder 6"/>
          <p:cNvSpPr>
            <a:spLocks noGrp="1"/>
          </p:cNvSpPr>
          <p:nvPr>
            <p:ph type="dt" idx="19"/>
          </p:nvPr>
        </p:nvSpPr>
        <p:spPr/>
        <p:txBody>
          <a:bodyPr/>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83F83BBA-B3D9-445F-8227-62544C666EB2}" type="slidenum">
              <a:rPr/>
            </a:fld>
            <a:endParaRPr/>
          </a:p>
        </p:txBody>
      </p:sp>
      <p:sp>
        <p:nvSpPr>
          <p:cNvPr id="4" name="PlaceHolder 3"/>
          <p:cNvSpPr>
            <a:spLocks noGrp="1"/>
          </p:cNvSpPr>
          <p:nvPr>
            <p:ph type="dt" idx="22"/>
          </p:nvPr>
        </p:nvSpPr>
        <p:spPr/>
        <p:txBody>
          <a:bodyPr/>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5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endParaRPr lang="en-US" sz="1400" b="0" strike="noStrike" spc="-1">
              <a:solidFill>
                <a:srgbClr val="000000"/>
              </a:solidFill>
              <a:latin typeface="Arial"/>
            </a:endParaRPr>
          </a:p>
        </p:txBody>
      </p:sp>
      <p:sp>
        <p:nvSpPr>
          <p:cNvPr id="3" name="PlaceHolder 2"/>
          <p:cNvSpPr>
            <a:spLocks noGrp="1"/>
          </p:cNvSpPr>
          <p:nvPr>
            <p:ph type="ftr" idx="26"/>
          </p:nvPr>
        </p:nvSpPr>
        <p:spPr/>
        <p:txBody>
          <a:bodyPr/>
          <a:p>
            <a:r>
              <a:t>Footer</a:t>
            </a:r>
          </a:p>
        </p:txBody>
      </p:sp>
      <p:sp>
        <p:nvSpPr>
          <p:cNvPr id="4" name="PlaceHolder 3"/>
          <p:cNvSpPr>
            <a:spLocks noGrp="1"/>
          </p:cNvSpPr>
          <p:nvPr>
            <p:ph type="sldNum" idx="27"/>
          </p:nvPr>
        </p:nvSpPr>
        <p:spPr/>
        <p:txBody>
          <a:bodyPr/>
          <a:p>
            <a:fld id="{DC7A8F0A-78F0-4031-AF70-2B7F87AB7554}" type="slidenum">
              <a:rPr/>
            </a:fld>
            <a:endParaRPr/>
          </a:p>
        </p:txBody>
      </p:sp>
      <p:sp>
        <p:nvSpPr>
          <p:cNvPr id="5" name="PlaceHolder 4"/>
          <p:cNvSpPr>
            <a:spLocks noGrp="1"/>
          </p:cNvSpPr>
          <p:nvPr>
            <p:ph type="dt" idx="25"/>
          </p:nvPr>
        </p:nvSpPr>
        <p:spPr/>
        <p:txBody>
          <a:bodyPr/>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870BCCBB-0E01-40F9-9FF0-86C53100B575}" type="slidenum">
              <a:rPr/>
            </a:fld>
            <a:endParaRPr/>
          </a:p>
        </p:txBody>
      </p:sp>
      <p:sp>
        <p:nvSpPr>
          <p:cNvPr id="4" name="PlaceHolder 3"/>
          <p:cNvSpPr>
            <a:spLocks noGrp="1"/>
          </p:cNvSpPr>
          <p:nvPr>
            <p:ph type="dt" idx="28"/>
          </p:nvPr>
        </p:nvSpPr>
        <p:spPr/>
        <p:txBody>
          <a:bodyPr/>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2EA1ED8C-ED34-4E55-A1F6-6C8C77310058}" type="slidenum">
              <a:rPr/>
            </a:fld>
            <a:endParaRPr/>
          </a:p>
        </p:txBody>
      </p:sp>
      <p:sp>
        <p:nvSpPr>
          <p:cNvPr id="4" name="PlaceHolder 3"/>
          <p:cNvSpPr>
            <a:spLocks noGrp="1"/>
          </p:cNvSpPr>
          <p:nvPr>
            <p:ph type="dt" idx="31"/>
          </p:nvPr>
        </p:nvSpPr>
        <p:spPr/>
        <p:txBody>
          <a:bodyPr/>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2" name="PlaceHolder 2"/>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3" name="PlaceHolder 3"/>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
        <p:nvSpPr>
          <p:cNvPr id="4"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p>
            <a:pPr indent="0">
              <a:buNone/>
            </a:pPr>
            <a:r>
              <a:rPr lang="en-US" sz="1400" b="0" strike="noStrike" spc="-1">
                <a:solidFill>
                  <a:srgbClr val="000000"/>
                </a:solidFill>
                <a:latin typeface="Arial"/>
              </a:rPr>
              <a:t>Click to edit the title text format</a:t>
            </a:r>
            <a:endParaRPr lang="en-US" sz="1400" b="0" strike="noStrike" spc="-1">
              <a:solidFill>
                <a:srgbClr val="000000"/>
              </a:solidFill>
              <a:latin typeface="Arial"/>
            </a:endParaRPr>
          </a:p>
        </p:txBody>
      </p:sp>
      <p:sp>
        <p:nvSpPr>
          <p:cNvPr id="5"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1400" b="0" strike="noStrike" spc="-1">
                <a:solidFill>
                  <a:srgbClr val="000000"/>
                </a:solidFill>
                <a:latin typeface="Arial"/>
              </a:rPr>
              <a:t>Click to edit the outline text format</a:t>
            </a:r>
            <a:endParaRPr lang="en-US" sz="1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400" b="0" strike="noStrike" spc="-1">
                <a:solidFill>
                  <a:srgbClr val="000000"/>
                </a:solidFill>
                <a:latin typeface="Arial"/>
              </a:rPr>
              <a:t>Second Outline Level</a:t>
            </a:r>
            <a:endParaRPr lang="en-US" sz="1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400" b="0" strike="noStrike" spc="-1">
                <a:solidFill>
                  <a:srgbClr val="000000"/>
                </a:solidFill>
                <a:latin typeface="Arial"/>
              </a:rPr>
              <a:t>Third Outline Level</a:t>
            </a:r>
            <a:endParaRPr lang="en-US" sz="1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400" b="0" strike="noStrike" spc="-1">
                <a:solidFill>
                  <a:srgbClr val="000000"/>
                </a:solidFill>
                <a:latin typeface="Arial"/>
              </a:rPr>
              <a:t>Fourth Outline Level</a:t>
            </a:r>
            <a:endParaRPr lang="en-US" sz="1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Fifth Outline Level</a:t>
            </a:r>
            <a:endParaRPr lang="en-US" sz="20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Sixth Outline Level</a:t>
            </a:r>
            <a:endParaRPr lang="en-US" sz="20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Seventh Outline Level</a:t>
            </a:r>
            <a:endParaRPr lang="en-US" sz="20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6" name="PlaceHolder 2"/>
          <p:cNvSpPr>
            <a:spLocks noGrp="1"/>
          </p:cNvSpPr>
          <p:nvPr>
            <p:ph type="body"/>
          </p:nvPr>
        </p:nvSpPr>
        <p:spPr>
          <a:xfrm rot="5400000">
            <a:off x="2309400" y="-251640"/>
            <a:ext cx="4525560" cy="8229240"/>
          </a:xfrm>
          <a:prstGeom prst="rect">
            <a:avLst/>
          </a:prstGeom>
          <a:noFill/>
          <a:ln w="0">
            <a:noFill/>
          </a:ln>
        </p:spPr>
        <p:txBody>
          <a:bodyPr lIns="91440" tIns="45720" rIns="91440" bIns="45720" anchor="t">
            <a:normAutofit fontScale="74992" lnSpcReduction="20000"/>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7"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8"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9"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rot="5400000">
            <a:off x="4732560" y="2171520"/>
            <a:ext cx="5851080" cy="20570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11" name="PlaceHolder 2"/>
          <p:cNvSpPr>
            <a:spLocks noGrp="1"/>
          </p:cNvSpPr>
          <p:nvPr>
            <p:ph type="body"/>
          </p:nvPr>
        </p:nvSpPr>
        <p:spPr>
          <a:xfrm rot="5400000">
            <a:off x="541800" y="190080"/>
            <a:ext cx="5851080" cy="6019560"/>
          </a:xfrm>
          <a:prstGeom prst="rect">
            <a:avLst/>
          </a:prstGeom>
          <a:noFill/>
          <a:ln w="0">
            <a:noFill/>
          </a:ln>
        </p:spPr>
        <p:txBody>
          <a:bodyPr lIns="91440" tIns="45720" rIns="91440" bIns="45720" anchor="t">
            <a:normAutofit/>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12"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13"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14"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16" name="PlaceHolder 2"/>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17" name="PlaceHolder 3"/>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18" name="PlaceHolder 4"/>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22"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rmAutofit/>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rmAutofit/>
          </a:bodyPr>
          <a:p>
            <a:pPr indent="0">
              <a:buNone/>
            </a:pPr>
            <a:r>
              <a:rPr lang="en-US" sz="4000" b="0" strike="noStrike" spc="-1">
                <a:solidFill>
                  <a:srgbClr val="000000"/>
                </a:solidFill>
                <a:latin typeface="Arial"/>
              </a:rPr>
              <a:t>Click to edit the title text format</a:t>
            </a:r>
            <a:endParaRPr lang="en-US" sz="4000" b="0" strike="noStrike" spc="-1">
              <a:solidFill>
                <a:srgbClr val="000000"/>
              </a:solidFill>
              <a:latin typeface="Arial"/>
            </a:endParaRPr>
          </a:p>
        </p:txBody>
      </p:sp>
      <p:sp>
        <p:nvSpPr>
          <p:cNvPr id="29"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rmAutofit fontScale="43472"/>
          </a:bodyPr>
          <a:p>
            <a:pPr marL="431800" indent="-323850">
              <a:spcBef>
                <a:spcPts val="1415"/>
              </a:spcBef>
              <a:buClr>
                <a:srgbClr val="000000"/>
              </a:buClr>
              <a:buSzPct val="45000"/>
              <a:buFont typeface="Wingdings" panose="05000000000000000000" pitchFamily="2" charset="2"/>
              <a:buChar char=""/>
            </a:pPr>
            <a:r>
              <a:rPr lang="en-US" sz="2000" b="0" strike="noStrike" spc="-1">
                <a:solidFill>
                  <a:srgbClr val="000000"/>
                </a:solidFill>
                <a:latin typeface="Arial"/>
              </a:rPr>
              <a:t>Click to edit the outline text format</a:t>
            </a:r>
            <a:endParaRPr lang="en-US" sz="20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000" b="0" strike="noStrike" spc="-1">
                <a:solidFill>
                  <a:srgbClr val="000000"/>
                </a:solidFill>
                <a:latin typeface="Arial"/>
              </a:rPr>
              <a:t>Second Outline Level</a:t>
            </a:r>
            <a:endParaRPr lang="en-US" sz="20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000" b="0" strike="noStrike" spc="-1">
                <a:solidFill>
                  <a:srgbClr val="000000"/>
                </a:solidFill>
                <a:latin typeface="Arial"/>
              </a:rPr>
              <a:t>Third Outline Level</a:t>
            </a:r>
            <a:endParaRPr lang="en-US" sz="20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000" b="0" strike="noStrike" spc="-1">
                <a:solidFill>
                  <a:srgbClr val="000000"/>
                </a:solidFill>
                <a:latin typeface="Arial"/>
              </a:rPr>
              <a:t>Fourth Outline Level</a:t>
            </a:r>
            <a:endParaRPr lang="en-US" sz="20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Fifth Outline Level</a:t>
            </a:r>
            <a:endParaRPr lang="en-US" sz="20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Sixth Outline Level</a:t>
            </a:r>
            <a:endParaRPr lang="en-US" sz="20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a:rPr>
              <a:t>Seventh Outline Level</a:t>
            </a:r>
            <a:endParaRPr lang="en-US" sz="2000" b="0" strike="noStrike" spc="-1">
              <a:solidFill>
                <a:srgbClr val="000000"/>
              </a:solidFill>
              <a:latin typeface="Arial"/>
            </a:endParaRPr>
          </a:p>
        </p:txBody>
      </p:sp>
      <p:sp>
        <p:nvSpPr>
          <p:cNvPr id="30" name="PlaceHolder 3"/>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31" name="PlaceHolder 4"/>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32" name="PlaceHolder 5"/>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34"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rmAutofit fontScale="74983" lnSpcReduction="20000"/>
          </a:bodyPr>
          <a:p>
            <a:pPr marL="431800" indent="-323850">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a:rPr>
              <a:t>Click to edit the outline text format</a:t>
            </a:r>
            <a:endParaRPr lang="en-US" sz="28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800" b="0" strike="noStrike" spc="-1">
                <a:solidFill>
                  <a:srgbClr val="000000"/>
                </a:solidFill>
                <a:latin typeface="Arial"/>
              </a:rPr>
              <a:t>Second Outline Level</a:t>
            </a:r>
            <a:endParaRPr lang="en-US" sz="28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800" b="0" strike="noStrike" spc="-1">
                <a:solidFill>
                  <a:srgbClr val="000000"/>
                </a:solidFill>
                <a:latin typeface="Arial"/>
              </a:rPr>
              <a:t>Third Outline Level</a:t>
            </a:r>
            <a:endParaRPr lang="en-US" sz="28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800" b="0" strike="noStrike" spc="-1">
                <a:solidFill>
                  <a:srgbClr val="000000"/>
                </a:solidFill>
                <a:latin typeface="Arial"/>
              </a:rPr>
              <a:t>Fourth Outline Level</a:t>
            </a:r>
            <a:endParaRPr lang="en-US" sz="28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Fifth Outline Level</a:t>
            </a:r>
            <a:endParaRPr lang="en-US" sz="28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Sixth Outline Level</a:t>
            </a:r>
            <a:endParaRPr lang="en-US" sz="28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Seventh Outline Level</a:t>
            </a:r>
            <a:endParaRPr lang="en-US" sz="2800" b="0" strike="noStrike" spc="-1">
              <a:solidFill>
                <a:srgbClr val="000000"/>
              </a:solidFill>
              <a:latin typeface="Arial"/>
            </a:endParaRPr>
          </a:p>
        </p:txBody>
      </p:sp>
      <p:sp>
        <p:nvSpPr>
          <p:cNvPr id="35"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rmAutofit fontScale="74983" lnSpcReduction="20000"/>
          </a:bodyPr>
          <a:p>
            <a:pPr marL="431800" indent="-323850">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a:rPr>
              <a:t>Click to edit the outline text format</a:t>
            </a:r>
            <a:endParaRPr lang="en-US" sz="28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800" b="0" strike="noStrike" spc="-1">
                <a:solidFill>
                  <a:srgbClr val="000000"/>
                </a:solidFill>
                <a:latin typeface="Arial"/>
              </a:rPr>
              <a:t>Second Outline Level</a:t>
            </a:r>
            <a:endParaRPr lang="en-US" sz="28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800" b="0" strike="noStrike" spc="-1">
                <a:solidFill>
                  <a:srgbClr val="000000"/>
                </a:solidFill>
                <a:latin typeface="Arial"/>
              </a:rPr>
              <a:t>Third Outline Level</a:t>
            </a:r>
            <a:endParaRPr lang="en-US" sz="28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800" b="0" strike="noStrike" spc="-1">
                <a:solidFill>
                  <a:srgbClr val="000000"/>
                </a:solidFill>
                <a:latin typeface="Arial"/>
              </a:rPr>
              <a:t>Fourth Outline Level</a:t>
            </a:r>
            <a:endParaRPr lang="en-US" sz="28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Fifth Outline Level</a:t>
            </a:r>
            <a:endParaRPr lang="en-US" sz="28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Sixth Outline Level</a:t>
            </a:r>
            <a:endParaRPr lang="en-US" sz="28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a:rPr>
              <a:t>Seventh Outline Level</a:t>
            </a:r>
            <a:endParaRPr lang="en-US" sz="2800" b="0" strike="noStrike" spc="-1">
              <a:solidFill>
                <a:srgbClr val="000000"/>
              </a:solidFill>
              <a:latin typeface="Arial"/>
            </a:endParaRPr>
          </a:p>
        </p:txBody>
      </p:sp>
      <p:sp>
        <p:nvSpPr>
          <p:cNvPr id="36" name="PlaceHolder 4"/>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37" name="PlaceHolder 5"/>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38" name="PlaceHolder 6"/>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4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rmAutofit fontScale="6247"/>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rmAutofit fontScale="74970" lnSpcReduction="10000"/>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rmAutofit fontScale="6247"/>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rmAutofit fontScale="74970" lnSpcReduction="10000"/>
          </a:bodyPr>
          <a:p>
            <a:pPr marL="431800" indent="-323850">
              <a:spcBef>
                <a:spcPts val="1415"/>
              </a:spcBef>
              <a:buClr>
                <a:srgbClr val="000000"/>
              </a:buClr>
              <a:buSzPct val="45000"/>
              <a:buFont typeface="Wingdings" panose="05000000000000000000" pitchFamily="2" charset="2"/>
              <a:buChar char=""/>
            </a:pPr>
            <a:r>
              <a:rPr lang="en-US" sz="2400" b="0" strike="noStrike" spc="-1">
                <a:solidFill>
                  <a:srgbClr val="000000"/>
                </a:solidFill>
                <a:latin typeface="Arial"/>
              </a:rPr>
              <a:t>Click to edit the outline text format</a:t>
            </a:r>
            <a:endParaRPr lang="en-US" sz="2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2400" b="0" strike="noStrike" spc="-1">
                <a:solidFill>
                  <a:srgbClr val="000000"/>
                </a:solidFill>
                <a:latin typeface="Arial"/>
              </a:rPr>
              <a:t>Second Outline Level</a:t>
            </a:r>
            <a:endParaRPr lang="en-US" sz="2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2400" b="0" strike="noStrike" spc="-1">
                <a:solidFill>
                  <a:srgbClr val="000000"/>
                </a:solidFill>
                <a:latin typeface="Arial"/>
              </a:rPr>
              <a:t>Fourth Outline Level</a:t>
            </a:r>
            <a:endParaRPr lang="en-US" sz="2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Fifth Outline Level</a:t>
            </a:r>
            <a:endParaRPr lang="en-US" sz="2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Sixth Outline Level</a:t>
            </a:r>
            <a:endParaRPr lang="en-US" sz="2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2400" b="0" strike="noStrike" spc="-1">
                <a:solidFill>
                  <a:srgbClr val="000000"/>
                </a:solidFill>
                <a:latin typeface="Arial"/>
              </a:rPr>
              <a:t>Seventh Outline Level</a:t>
            </a:r>
            <a:endParaRPr lang="en-US" sz="2400" b="0" strike="noStrike" spc="-1">
              <a:solidFill>
                <a:srgbClr val="000000"/>
              </a:solidFill>
              <a:latin typeface="Arial"/>
            </a:endParaRPr>
          </a:p>
        </p:txBody>
      </p:sp>
      <p:sp>
        <p:nvSpPr>
          <p:cNvPr id="47" name="PlaceHolder 6"/>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48" name="PlaceHolder 7"/>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49" name="PlaceHolder 8"/>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p:bodyStyle/>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rmAutofit/>
          </a:bodyPr>
          <a:p>
            <a:pPr indent="0">
              <a:buNone/>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51" name="PlaceHolder 2"/>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52" name="PlaceHolder 3"/>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53" name="PlaceHolder 4"/>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p:bodyStyle/>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rmAutofit/>
          </a:bodyPr>
          <a:p>
            <a:pPr indent="0">
              <a:buNone/>
            </a:pPr>
            <a:r>
              <a:rPr lang="en-US" sz="2000" b="0" strike="noStrike" spc="-1">
                <a:solidFill>
                  <a:srgbClr val="000000"/>
                </a:solidFill>
                <a:latin typeface="Arial"/>
              </a:rPr>
              <a:t>Click to edit the title text format</a:t>
            </a:r>
            <a:endParaRPr lang="en-US" sz="2000" b="0" strike="noStrike" spc="-1">
              <a:solidFill>
                <a:srgbClr val="000000"/>
              </a:solidFill>
              <a:latin typeface="Arial"/>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rmAutofit fontScale="93740" lnSpcReduction="10000"/>
          </a:bodyPr>
          <a:p>
            <a:pPr marL="431800" indent="-323850">
              <a:spcBef>
                <a:spcPts val="1415"/>
              </a:spcBef>
              <a:buClr>
                <a:srgbClr val="000000"/>
              </a:buClr>
              <a:buSzPct val="45000"/>
              <a:buFont typeface="Wingdings" panose="05000000000000000000" pitchFamily="2" charset="2"/>
              <a:buChar cha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3200" b="0" strike="noStrike" spc="-1">
                <a:solidFill>
                  <a:srgbClr val="000000"/>
                </a:solidFill>
                <a:latin typeface="Arial"/>
              </a:rPr>
              <a:t>Second Outline Level</a:t>
            </a:r>
            <a:endParaRPr lang="en-US" sz="32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3200" b="0" strike="noStrike" spc="-1">
                <a:solidFill>
                  <a:srgbClr val="000000"/>
                </a:solidFill>
                <a:latin typeface="Arial"/>
              </a:rPr>
              <a:t>Third Outline Level</a:t>
            </a:r>
            <a:endParaRPr lang="en-US" sz="32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3200" b="0" strike="noStrike" spc="-1">
                <a:solidFill>
                  <a:srgbClr val="000000"/>
                </a:solidFill>
                <a:latin typeface="Arial"/>
              </a:rPr>
              <a:t>Fourth Outline Level</a:t>
            </a:r>
            <a:endParaRPr lang="en-US" sz="32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Fifth Outline Level</a:t>
            </a:r>
            <a:endParaRPr lang="en-US" sz="32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Sixth Outline Level</a:t>
            </a:r>
            <a:endParaRPr lang="en-US" sz="32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3200" b="0" strike="noStrike" spc="-1">
                <a:solidFill>
                  <a:srgbClr val="000000"/>
                </a:solidFill>
                <a:latin typeface="Arial"/>
              </a:rPr>
              <a:t>Seventh Outline Level</a:t>
            </a:r>
            <a:endParaRPr lang="en-US" sz="3200" b="0" strike="noStrike" spc="-1">
              <a:solidFill>
                <a:srgbClr val="000000"/>
              </a:solidFill>
              <a:latin typeface="Arial"/>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rmAutofit fontScale="74983" lnSpcReduction="20000"/>
          </a:bodyPr>
          <a:p>
            <a:pPr marL="431800" indent="-323850">
              <a:spcBef>
                <a:spcPts val="1415"/>
              </a:spcBef>
              <a:buClr>
                <a:srgbClr val="000000"/>
              </a:buClr>
              <a:buSzPct val="45000"/>
              <a:buFont typeface="Wingdings" panose="05000000000000000000" pitchFamily="2" charset="2"/>
              <a:buChar char=""/>
            </a:pPr>
            <a:r>
              <a:rPr lang="en-US" sz="1400" b="0" strike="noStrike" spc="-1">
                <a:solidFill>
                  <a:srgbClr val="000000"/>
                </a:solidFill>
                <a:latin typeface="Arial"/>
              </a:rPr>
              <a:t>Click to edit the outline text format</a:t>
            </a:r>
            <a:endParaRPr lang="en-US" sz="1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400" b="0" strike="noStrike" spc="-1">
                <a:solidFill>
                  <a:srgbClr val="000000"/>
                </a:solidFill>
                <a:latin typeface="Arial"/>
              </a:rPr>
              <a:t>Second Outline Level</a:t>
            </a:r>
            <a:endParaRPr lang="en-US" sz="1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400" b="0" strike="noStrike" spc="-1">
                <a:solidFill>
                  <a:srgbClr val="000000"/>
                </a:solidFill>
                <a:latin typeface="Arial"/>
              </a:rPr>
              <a:t>Third Outline Level</a:t>
            </a:r>
            <a:endParaRPr lang="en-US" sz="1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400" b="0" strike="noStrike" spc="-1">
                <a:solidFill>
                  <a:srgbClr val="000000"/>
                </a:solidFill>
                <a:latin typeface="Arial"/>
              </a:rPr>
              <a:t>Fourth Outline Level</a:t>
            </a:r>
            <a:endParaRPr lang="en-US" sz="1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Fifth Outline Level</a:t>
            </a:r>
            <a:endParaRPr lang="en-US" sz="1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Sixth Outline Level</a:t>
            </a:r>
            <a:endParaRPr lang="en-US" sz="1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Seventh Outline Level</a:t>
            </a:r>
            <a:endParaRPr lang="en-US" sz="1400" b="0" strike="noStrike" spc="-1">
              <a:solidFill>
                <a:srgbClr val="000000"/>
              </a:solidFill>
              <a:latin typeface="Arial"/>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p:bodyStyle/>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rmAutofit/>
          </a:bodyPr>
          <a:p>
            <a:pPr indent="0">
              <a:buNone/>
            </a:pPr>
            <a:r>
              <a:rPr lang="en-US" sz="2000" b="0" strike="noStrike" spc="-1">
                <a:solidFill>
                  <a:srgbClr val="000000"/>
                </a:solidFill>
                <a:latin typeface="Arial"/>
              </a:rPr>
              <a:t>Click to edit the title text format</a:t>
            </a:r>
            <a:endParaRPr lang="en-US" sz="2000" b="0" strike="noStrike" spc="-1">
              <a:solidFill>
                <a:srgbClr val="000000"/>
              </a:solidFill>
              <a:latin typeface="Arial"/>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en-US" sz="1800" b="0" strike="noStrike" spc="-1">
                <a:solidFill>
                  <a:srgbClr val="000000"/>
                </a:solidFill>
                <a:latin typeface="Arial"/>
              </a:rPr>
              <a:t>Click to edit the outline text format</a:t>
            </a:r>
            <a:endParaRPr lang="en-US" sz="18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800" b="0" strike="noStrike" spc="-1">
                <a:solidFill>
                  <a:srgbClr val="000000"/>
                </a:solidFill>
                <a:latin typeface="Arial"/>
              </a:rPr>
              <a:t>Second Outline Level</a:t>
            </a:r>
            <a:endParaRPr lang="en-US" sz="18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a:rPr>
              <a:t>Third Outline Level</a:t>
            </a:r>
            <a:endParaRPr lang="en-US" sz="18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800" b="0" strike="noStrike" spc="-1">
                <a:solidFill>
                  <a:srgbClr val="000000"/>
                </a:solidFill>
                <a:latin typeface="Arial"/>
              </a:rPr>
              <a:t>Fourth Outline Level</a:t>
            </a:r>
            <a:endParaRPr lang="en-US" sz="18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a:rPr>
              <a:t>Fifth Outline Level</a:t>
            </a:r>
            <a:endParaRPr lang="en-US" sz="18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a:rPr>
              <a:t>Sixth Outline Level</a:t>
            </a:r>
            <a:endParaRPr lang="en-US" sz="18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a:rPr>
              <a:t>Seventh Outline Level</a:t>
            </a:r>
            <a:endParaRPr lang="en-US" sz="1800" b="0" strike="noStrike" spc="-1">
              <a:solidFill>
                <a:srgbClr val="000000"/>
              </a:solidFill>
              <a:latin typeface="Arial"/>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rmAutofit fontScale="24994" lnSpcReduction="10000"/>
          </a:bodyPr>
          <a:p>
            <a:pPr marL="431800" indent="-323850">
              <a:spcBef>
                <a:spcPts val="1415"/>
              </a:spcBef>
              <a:buClr>
                <a:srgbClr val="000000"/>
              </a:buClr>
              <a:buSzPct val="45000"/>
              <a:buFont typeface="Wingdings" panose="05000000000000000000" pitchFamily="2" charset="2"/>
              <a:buChar char=""/>
            </a:pPr>
            <a:r>
              <a:rPr lang="en-US" sz="1400" b="0" strike="noStrike" spc="-1">
                <a:solidFill>
                  <a:srgbClr val="000000"/>
                </a:solidFill>
                <a:latin typeface="Arial"/>
              </a:rPr>
              <a:t>Click to edit the outline text format</a:t>
            </a:r>
            <a:endParaRPr lang="en-US" sz="1400" b="0" strike="noStrike" spc="-1">
              <a:solidFill>
                <a:srgbClr val="000000"/>
              </a:solidFill>
              <a:latin typeface="Arial"/>
            </a:endParaRPr>
          </a:p>
          <a:p>
            <a:pPr marL="864235" lvl="1" indent="-323850">
              <a:spcBef>
                <a:spcPts val="1135"/>
              </a:spcBef>
              <a:buClr>
                <a:srgbClr val="000000"/>
              </a:buClr>
              <a:buSzPct val="75000"/>
              <a:buFont typeface="Symbol" charset="2"/>
              <a:buChar char=""/>
            </a:pPr>
            <a:r>
              <a:rPr lang="en-US" sz="1400" b="0" strike="noStrike" spc="-1">
                <a:solidFill>
                  <a:srgbClr val="000000"/>
                </a:solidFill>
                <a:latin typeface="Arial"/>
              </a:rPr>
              <a:t>Second Outline Level</a:t>
            </a:r>
            <a:endParaRPr lang="en-US" sz="1400" b="0" strike="noStrike" spc="-1">
              <a:solidFill>
                <a:srgbClr val="000000"/>
              </a:solidFill>
              <a:latin typeface="Arial"/>
            </a:endParaRPr>
          </a:p>
          <a:p>
            <a:pPr marL="1296035" lvl="2" indent="-288290">
              <a:spcBef>
                <a:spcPts val="850"/>
              </a:spcBef>
              <a:buClr>
                <a:srgbClr val="000000"/>
              </a:buClr>
              <a:buSzPct val="45000"/>
              <a:buFont typeface="Wingdings" panose="05000000000000000000" pitchFamily="2" charset="2"/>
              <a:buChar char=""/>
            </a:pPr>
            <a:r>
              <a:rPr lang="en-US" sz="1400" b="0" strike="noStrike" spc="-1">
                <a:solidFill>
                  <a:srgbClr val="000000"/>
                </a:solidFill>
                <a:latin typeface="Arial"/>
              </a:rPr>
              <a:t>Third Outline Level</a:t>
            </a:r>
            <a:endParaRPr lang="en-US" sz="1400" b="0" strike="noStrike" spc="-1">
              <a:solidFill>
                <a:srgbClr val="000000"/>
              </a:solidFill>
              <a:latin typeface="Arial"/>
            </a:endParaRPr>
          </a:p>
          <a:p>
            <a:pPr marL="1727835" lvl="3" indent="-215900">
              <a:spcBef>
                <a:spcPts val="565"/>
              </a:spcBef>
              <a:buClr>
                <a:srgbClr val="000000"/>
              </a:buClr>
              <a:buSzPct val="75000"/>
              <a:buFont typeface="Symbol" charset="2"/>
              <a:buChar char=""/>
            </a:pPr>
            <a:r>
              <a:rPr lang="en-US" sz="1400" b="0" strike="noStrike" spc="-1">
                <a:solidFill>
                  <a:srgbClr val="000000"/>
                </a:solidFill>
                <a:latin typeface="Arial"/>
              </a:rPr>
              <a:t>Fourth Outline Level</a:t>
            </a:r>
            <a:endParaRPr lang="en-US" sz="1400" b="0" strike="noStrike" spc="-1">
              <a:solidFill>
                <a:srgbClr val="000000"/>
              </a:solidFill>
              <a:latin typeface="Arial"/>
            </a:endParaRPr>
          </a:p>
          <a:p>
            <a:pPr marL="2160270" lvl="4"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Fifth Outline Level</a:t>
            </a:r>
            <a:endParaRPr lang="en-US" sz="1400" b="0" strike="noStrike" spc="-1">
              <a:solidFill>
                <a:srgbClr val="000000"/>
              </a:solidFill>
              <a:latin typeface="Arial"/>
            </a:endParaRPr>
          </a:p>
          <a:p>
            <a:pPr marL="2592070" lvl="5"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Sixth Outline Level</a:t>
            </a:r>
            <a:endParaRPr lang="en-US" sz="1400" b="0" strike="noStrike" spc="-1">
              <a:solidFill>
                <a:srgbClr val="000000"/>
              </a:solidFill>
              <a:latin typeface="Arial"/>
            </a:endParaRPr>
          </a:p>
          <a:p>
            <a:pPr marL="3023870" lvl="6" indent="-215900">
              <a:spcBef>
                <a:spcPts val="285"/>
              </a:spcBef>
              <a:buClr>
                <a:srgbClr val="000000"/>
              </a:buClr>
              <a:buSzPct val="45000"/>
              <a:buFont typeface="Wingdings" panose="05000000000000000000" pitchFamily="2" charset="2"/>
              <a:buChar char=""/>
            </a:pPr>
            <a:r>
              <a:rPr lang="en-US" sz="1400" b="0" strike="noStrike" spc="-1">
                <a:solidFill>
                  <a:srgbClr val="000000"/>
                </a:solidFill>
                <a:latin typeface="Arial"/>
              </a:rPr>
              <a:t>Seventh Outline Level</a:t>
            </a:r>
            <a:endParaRPr lang="en-US" sz="1400" b="0" strike="noStrike" spc="-1">
              <a:solidFill>
                <a:srgbClr val="000000"/>
              </a:solidFill>
              <a:latin typeface="Arial"/>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p>
            <a:pPr indent="0">
              <a:buNone/>
            </a:pPr>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p:bodyStyle/>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Google Shape;84;p13"/>
          <p:cNvSpPr/>
          <p:nvPr/>
        </p:nvSpPr>
        <p:spPr>
          <a:xfrm>
            <a:off x="-29880" y="7560"/>
            <a:ext cx="18287640" cy="10305000"/>
          </a:xfrm>
          <a:prstGeom prst="rect">
            <a:avLst/>
          </a:prstGeom>
          <a:gradFill rotWithShape="0">
            <a:gsLst>
              <a:gs pos="0">
                <a:srgbClr val="CEE8F5"/>
              </a:gs>
              <a:gs pos="100000">
                <a:srgbClr val="FFFFFF"/>
              </a:gs>
            </a:gsLst>
            <a:lin ang="5400000"/>
          </a:gradFill>
          <a:ln w="9525">
            <a:solidFill>
              <a:srgbClr val="1F497D"/>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r>
              <a:rPr lang="en-US" sz="1400" b="0" strike="noStrike" spc="-1">
                <a:solidFill>
                  <a:srgbClr val="000000"/>
                </a:solidFill>
                <a:latin typeface="Calibri"/>
                <a:ea typeface="Calibri"/>
              </a:rPr>
              <a:t>   </a:t>
            </a:r>
            <a:endParaRPr lang="en-US" sz="1400" b="0" strike="noStrike" spc="-1">
              <a:solidFill>
                <a:srgbClr val="000000"/>
              </a:solidFill>
              <a:latin typeface="Arial"/>
            </a:endParaRPr>
          </a:p>
        </p:txBody>
      </p:sp>
      <p:cxnSp>
        <p:nvCxnSpPr>
          <p:cNvPr id="74" name="Google Shape;85;p13"/>
          <p:cNvCxnSpPr/>
          <p:nvPr/>
        </p:nvCxnSpPr>
        <p:spPr>
          <a:xfrm>
            <a:off x="1074600" y="9577440"/>
            <a:ext cx="16472880" cy="37800"/>
          </a:xfrm>
          <a:prstGeom prst="straightConnector1">
            <a:avLst/>
          </a:prstGeom>
          <a:ln w="38100">
            <a:solidFill>
              <a:srgbClr val="2498D3"/>
            </a:solidFill>
            <a:round/>
          </a:ln>
        </p:spPr>
      </p:cxnSp>
      <p:sp>
        <p:nvSpPr>
          <p:cNvPr id="75" name="Google Shape;86;p13"/>
          <p:cNvSpPr/>
          <p:nvPr/>
        </p:nvSpPr>
        <p:spPr>
          <a:xfrm>
            <a:off x="1074600" y="4226040"/>
            <a:ext cx="8069040" cy="538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40000"/>
              </a:lnSpc>
              <a:tabLst>
                <a:tab pos="0" algn="l"/>
              </a:tabLst>
            </a:pPr>
            <a:endParaRPr lang="en-US" sz="3500" b="0" strike="noStrike" spc="-1">
              <a:solidFill>
                <a:srgbClr val="143642"/>
              </a:solidFill>
              <a:latin typeface="Plus Jakarta Sans ExtraBold"/>
              <a:ea typeface="Plus Jakarta Sans ExtraBold"/>
            </a:endParaRPr>
          </a:p>
        </p:txBody>
      </p:sp>
      <p:sp>
        <p:nvSpPr>
          <p:cNvPr id="76" name="Google Shape;87;p13"/>
          <p:cNvSpPr/>
          <p:nvPr/>
        </p:nvSpPr>
        <p:spPr>
          <a:xfrm>
            <a:off x="1092240" y="2544120"/>
            <a:ext cx="8634600" cy="161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6500" b="0" strike="noStrike" spc="-1">
                <a:solidFill>
                  <a:srgbClr val="143642"/>
                </a:solidFill>
                <a:latin typeface="Open Sans ExtraBold"/>
                <a:ea typeface="Open Sans ExtraBold"/>
              </a:rPr>
              <a:t>MUKUBA UniPod </a:t>
            </a:r>
            <a:endParaRPr lang="en-US" sz="6500" b="0" strike="noStrike" spc="-1">
              <a:solidFill>
                <a:srgbClr val="000000"/>
              </a:solidFill>
              <a:latin typeface="Arial"/>
            </a:endParaRPr>
          </a:p>
          <a:p>
            <a:pPr>
              <a:lnSpc>
                <a:spcPct val="105000"/>
              </a:lnSpc>
              <a:tabLst>
                <a:tab pos="0" algn="l"/>
              </a:tabLst>
            </a:pPr>
            <a:r>
              <a:rPr lang="en-US" sz="3600" b="0" strike="noStrike" spc="-1">
                <a:solidFill>
                  <a:srgbClr val="143642"/>
                </a:solidFill>
                <a:latin typeface="Plus Jakarta Sans Medium"/>
                <a:ea typeface="Plus Jakarta Sans Medium"/>
              </a:rPr>
              <a:t>ROOTLAB IGNITE PROGRAM </a:t>
            </a:r>
            <a:endParaRPr lang="en-US" sz="3600" b="0" strike="noStrike" spc="-1">
              <a:solidFill>
                <a:srgbClr val="000000"/>
              </a:solidFill>
              <a:latin typeface="Arial"/>
            </a:endParaRPr>
          </a:p>
        </p:txBody>
      </p:sp>
      <p:pic>
        <p:nvPicPr>
          <p:cNvPr id="77" name="Google Shape;88;p13"/>
          <p:cNvPicPr/>
          <p:nvPr/>
        </p:nvPicPr>
        <p:blipFill>
          <a:blip r:embed="rId1"/>
          <a:stretch>
            <a:fillRect/>
          </a:stretch>
        </p:blipFill>
        <p:spPr>
          <a:xfrm>
            <a:off x="10170360" y="1529640"/>
            <a:ext cx="7202880" cy="7227000"/>
          </a:xfrm>
          <a:prstGeom prst="rect">
            <a:avLst/>
          </a:prstGeom>
          <a:ln w="0">
            <a:noFill/>
          </a:ln>
        </p:spPr>
      </p:pic>
      <p:grpSp>
        <p:nvGrpSpPr>
          <p:cNvPr id="78" name="Google Shape;89;p13"/>
          <p:cNvGrpSpPr/>
          <p:nvPr/>
        </p:nvGrpSpPr>
        <p:grpSpPr>
          <a:xfrm>
            <a:off x="1074600" y="690480"/>
            <a:ext cx="2233440" cy="1023480"/>
            <a:chOff x="1074600" y="690480"/>
            <a:chExt cx="2233440" cy="1023480"/>
          </a:xfrm>
        </p:grpSpPr>
        <p:sp>
          <p:nvSpPr>
            <p:cNvPr id="79" name="Google Shape;90;p13"/>
            <p:cNvSpPr/>
            <p:nvPr/>
          </p:nvSpPr>
          <p:spPr>
            <a:xfrm>
              <a:off x="1074600" y="69048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80" name="Google Shape;91;p13"/>
            <p:cNvPicPr/>
            <p:nvPr/>
          </p:nvPicPr>
          <p:blipFill>
            <a:blip r:embed="rId2"/>
            <a:stretch>
              <a:fillRect/>
            </a:stretch>
          </p:blipFill>
          <p:spPr>
            <a:xfrm>
              <a:off x="1300680" y="949680"/>
              <a:ext cx="1788120" cy="540720"/>
            </a:xfrm>
            <a:prstGeom prst="rect">
              <a:avLst/>
            </a:prstGeom>
            <a:ln w="0">
              <a:noFill/>
            </a:ln>
          </p:spPr>
        </p:pic>
      </p:grpSp>
      <p:sp>
        <p:nvSpPr>
          <p:cNvPr id="81" name="Google Shape;87;p13"/>
          <p:cNvSpPr/>
          <p:nvPr/>
        </p:nvSpPr>
        <p:spPr>
          <a:xfrm>
            <a:off x="914400" y="6054840"/>
            <a:ext cx="9066240" cy="1919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4000" b="0" strike="noStrike" spc="-1">
                <a:solidFill>
                  <a:srgbClr val="143642"/>
                </a:solidFill>
                <a:latin typeface="Open Sans ExtraBold"/>
                <a:ea typeface="Open Sans ExtraBold"/>
              </a:rPr>
              <a:t>Name: Chalwe Silas</a:t>
            </a:r>
            <a:endParaRPr lang="en-US" sz="4000" b="0" strike="noStrike" spc="-1">
              <a:solidFill>
                <a:srgbClr val="000000"/>
              </a:solidFill>
              <a:latin typeface="Arial"/>
            </a:endParaRPr>
          </a:p>
          <a:p>
            <a:pPr>
              <a:lnSpc>
                <a:spcPct val="105000"/>
              </a:lnSpc>
              <a:tabLst>
                <a:tab pos="0" algn="l"/>
              </a:tabLst>
            </a:pPr>
            <a:r>
              <a:rPr lang="en-US" sz="4000" b="0" strike="noStrike" spc="-1">
                <a:solidFill>
                  <a:srgbClr val="143642"/>
                </a:solidFill>
                <a:latin typeface="Open Sans ExtraBold"/>
                <a:ea typeface="Open Sans ExtraBold"/>
              </a:rPr>
              <a:t>Project Name: AgroSpeak Connect</a:t>
            </a:r>
            <a:endParaRPr lang="en-US" sz="4000" b="0" strike="noStrike" spc="-1">
              <a:solidFill>
                <a:srgbClr val="000000"/>
              </a:solidFill>
              <a:latin typeface="Arial"/>
            </a:endParaRPr>
          </a:p>
          <a:p>
            <a:pPr>
              <a:lnSpc>
                <a:spcPct val="105000"/>
              </a:lnSpc>
              <a:tabLst>
                <a:tab pos="0" algn="l"/>
              </a:tabLst>
            </a:pPr>
            <a:r>
              <a:rPr lang="en-US" sz="4000" b="0" strike="noStrike" spc="-1">
                <a:solidFill>
                  <a:srgbClr val="143642"/>
                </a:solidFill>
                <a:latin typeface="Open Sans ExtraBold"/>
                <a:ea typeface="Open Sans ExtraBold"/>
              </a:rPr>
              <a:t>Stage:  </a:t>
            </a:r>
            <a:endParaRPr lang="en-US" sz="4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Google Shape;106;p15"/>
          <p:cNvSpPr/>
          <p:nvPr/>
        </p:nvSpPr>
        <p:spPr>
          <a:xfrm>
            <a:off x="1074600" y="690480"/>
            <a:ext cx="5099400" cy="11944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40000"/>
              </a:lnSpc>
              <a:tabLst>
                <a:tab pos="0" algn="l"/>
              </a:tabLst>
            </a:pPr>
            <a:r>
              <a:rPr lang="en-US" sz="5600" b="0" strike="noStrike" spc="-1">
                <a:solidFill>
                  <a:srgbClr val="2598D3"/>
                </a:solidFill>
                <a:latin typeface="Plus Jakarta Sans ExtraBold"/>
                <a:ea typeface="Plus Jakarta Sans ExtraBold"/>
              </a:rPr>
              <a:t>Background</a:t>
            </a:r>
            <a:endParaRPr lang="en-US" sz="5600" b="0" strike="noStrike" spc="-1">
              <a:solidFill>
                <a:srgbClr val="000000"/>
              </a:solidFill>
              <a:latin typeface="Arial"/>
            </a:endParaRPr>
          </a:p>
        </p:txBody>
      </p:sp>
      <p:pic>
        <p:nvPicPr>
          <p:cNvPr id="2" name="Picture 1" descr="internet_access_pie"/>
          <p:cNvPicPr>
            <a:picLocks noChangeAspect="1"/>
          </p:cNvPicPr>
          <p:nvPr/>
        </p:nvPicPr>
        <p:blipFill>
          <a:blip r:embed="rId1"/>
          <a:srcRect l="5077" t="11153" r="15959" b="9771"/>
          <a:stretch>
            <a:fillRect/>
          </a:stretch>
        </p:blipFill>
        <p:spPr>
          <a:xfrm>
            <a:off x="6817995" y="2117725"/>
            <a:ext cx="5293995" cy="4358005"/>
          </a:xfrm>
          <a:prstGeom prst="rect">
            <a:avLst/>
          </a:prstGeom>
        </p:spPr>
      </p:pic>
      <p:pic>
        <p:nvPicPr>
          <p:cNvPr id="3" name="Picture 2" descr="smallholder_pie_chart"/>
          <p:cNvPicPr>
            <a:picLocks noChangeAspect="1"/>
          </p:cNvPicPr>
          <p:nvPr/>
        </p:nvPicPr>
        <p:blipFill>
          <a:blip r:embed="rId2"/>
          <a:srcRect l="1262" t="-3719" r="1328" b="14352"/>
          <a:stretch>
            <a:fillRect/>
          </a:stretch>
        </p:blipFill>
        <p:spPr>
          <a:xfrm>
            <a:off x="829945" y="1884680"/>
            <a:ext cx="5588635" cy="3906520"/>
          </a:xfrm>
          <a:prstGeom prst="rect">
            <a:avLst/>
          </a:prstGeom>
        </p:spPr>
      </p:pic>
      <p:pic>
        <p:nvPicPr>
          <p:cNvPr id="4" name="Picture 3" descr="workforce_gdp_bar"/>
          <p:cNvPicPr>
            <a:picLocks noChangeAspect="1"/>
          </p:cNvPicPr>
          <p:nvPr/>
        </p:nvPicPr>
        <p:blipFill>
          <a:blip r:embed="rId3"/>
          <a:stretch>
            <a:fillRect/>
          </a:stretch>
        </p:blipFill>
        <p:spPr>
          <a:xfrm>
            <a:off x="1330325" y="6877050"/>
            <a:ext cx="6400800" cy="2904490"/>
          </a:xfrm>
          <a:prstGeom prst="rect">
            <a:avLst/>
          </a:prstGeom>
        </p:spPr>
      </p:pic>
      <p:pic>
        <p:nvPicPr>
          <p:cNvPr id="5" name="Picture 4" descr="financial_insurance_chart"/>
          <p:cNvPicPr>
            <a:picLocks noChangeAspect="1"/>
          </p:cNvPicPr>
          <p:nvPr/>
        </p:nvPicPr>
        <p:blipFill>
          <a:blip r:embed="rId4"/>
          <a:stretch>
            <a:fillRect/>
          </a:stretch>
        </p:blipFill>
        <p:spPr>
          <a:xfrm>
            <a:off x="12022455" y="2369185"/>
            <a:ext cx="5360670" cy="4309745"/>
          </a:xfrm>
          <a:prstGeom prst="rect">
            <a:avLst/>
          </a:prstGeom>
        </p:spPr>
      </p:pic>
      <p:sp>
        <p:nvSpPr>
          <p:cNvPr id="7" name="Text Box 6"/>
          <p:cNvSpPr txBox="1"/>
          <p:nvPr/>
        </p:nvSpPr>
        <p:spPr>
          <a:xfrm>
            <a:off x="8464550" y="7727950"/>
            <a:ext cx="9275445" cy="1938020"/>
          </a:xfrm>
          <a:prstGeom prst="rect">
            <a:avLst/>
          </a:prstGeom>
          <a:noFill/>
        </p:spPr>
        <p:txBody>
          <a:bodyPr wrap="square" rtlCol="0">
            <a:spAutoFit/>
          </a:bodyPr>
          <a:p>
            <a:pPr marL="285750" indent="-285750">
              <a:buFont typeface="Arial" panose="02080604020202020204" pitchFamily="34" charset="0"/>
              <a:buChar char="•"/>
            </a:pPr>
            <a:r>
              <a:rPr lang="en-US" sz="2000"/>
              <a:t>Food and Agriculture Organization (FAO) Zambia, Agricultural Sector Overview, 2023.</a:t>
            </a:r>
            <a:endParaRPr lang="en-US" sz="2000"/>
          </a:p>
          <a:p>
            <a:pPr marL="285750" indent="-285750">
              <a:buFont typeface="Arial" panose="02080604020202020204" pitchFamily="34" charset="0"/>
              <a:buChar char="•"/>
            </a:pPr>
            <a:r>
              <a:rPr lang="en-US" sz="2000"/>
              <a:t>World Bank, World Development Indicators, 2023.</a:t>
            </a:r>
            <a:endParaRPr lang="en-US" sz="2000"/>
          </a:p>
          <a:p>
            <a:pPr marL="285750" indent="-285750">
              <a:buFont typeface="Arial" panose="02080604020202020204" pitchFamily="34" charset="0"/>
              <a:buChar char="•"/>
            </a:pPr>
            <a:r>
              <a:rPr lang="en-US" sz="2000"/>
              <a:t>Zambia Central Statistical Office (CSO), Labour Force Survey, 2022.</a:t>
            </a:r>
            <a:endParaRPr lang="en-US" sz="2000"/>
          </a:p>
          <a:p>
            <a:pPr marL="285750" indent="-285750">
              <a:buFont typeface="Arial" panose="02080604020202020204" pitchFamily="34" charset="0"/>
              <a:buChar char="•"/>
            </a:pPr>
            <a:r>
              <a:rPr lang="en-US" sz="2000"/>
              <a:t>World Bank, Zambia Economic Update, 2022.</a:t>
            </a:r>
            <a:endParaRPr lang="en-US" sz="2000"/>
          </a:p>
          <a:p>
            <a:pPr marL="285750" indent="-285750">
              <a:buFont typeface="Arial" panose="02080604020202020204" pitchFamily="34" charset="0"/>
              <a:buChar char="•"/>
            </a:pPr>
            <a:r>
              <a:rPr lang="en-US" sz="2000"/>
              <a:t>UNESCO Institute for Statistics, Adult Literacy Rate – Zambia, 2021.</a:t>
            </a:r>
            <a:endParaRPr lang="en-US" sz="2000"/>
          </a:p>
        </p:txBody>
      </p:sp>
      <p:sp>
        <p:nvSpPr>
          <p:cNvPr id="8" name="Text Box 7"/>
          <p:cNvSpPr txBox="1"/>
          <p:nvPr/>
        </p:nvSpPr>
        <p:spPr>
          <a:xfrm>
            <a:off x="8811895" y="7146290"/>
            <a:ext cx="5459730" cy="368300"/>
          </a:xfrm>
          <a:prstGeom prst="rect">
            <a:avLst/>
          </a:prstGeom>
          <a:noFill/>
        </p:spPr>
        <p:txBody>
          <a:bodyPr wrap="square" rtlCol="0">
            <a:spAutoFit/>
          </a:bodyPr>
          <a:p>
            <a:r>
              <a:rPr lang="" altLang="en-US"/>
              <a:t>Souce:</a:t>
            </a:r>
            <a:endParaRPr lang=""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124;p16"/>
          <p:cNvSpPr/>
          <p:nvPr/>
        </p:nvSpPr>
        <p:spPr>
          <a:xfrm>
            <a:off x="3226680" y="0"/>
            <a:ext cx="15060960" cy="10344960"/>
          </a:xfrm>
          <a:prstGeom prst="rect">
            <a:avLst/>
          </a:prstGeom>
          <a:gradFill rotWithShape="0">
            <a:gsLst>
              <a:gs pos="0">
                <a:srgbClr val="CEE8F5"/>
              </a:gs>
              <a:gs pos="100000">
                <a:srgbClr val="FFFFFF"/>
              </a:gs>
            </a:gsLst>
            <a:lin ang="5400000"/>
          </a:gradFill>
          <a:ln w="9525">
            <a:solidFill>
              <a:srgbClr val="1F497D"/>
            </a:solidFill>
            <a:round/>
          </a:ln>
          <a:effectLst>
            <a:outerShdw blurRad="57240" dist="19080" dir="5400000" algn="bl" rotWithShape="0">
              <a:srgbClr val="000000">
                <a:alpha val="50000"/>
              </a:srgbClr>
            </a:outerShdw>
            <a:reflection endPos="30000" dist="38100" dir="5400000" fadeDir="5400012" sy="-100000" algn="bl" rotWithShape="0"/>
          </a:effectLst>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grpSp>
        <p:nvGrpSpPr>
          <p:cNvPr id="103" name="Google Shape;125;p16"/>
          <p:cNvGrpSpPr/>
          <p:nvPr/>
        </p:nvGrpSpPr>
        <p:grpSpPr>
          <a:xfrm>
            <a:off x="0" y="0"/>
            <a:ext cx="3259800" cy="10344960"/>
            <a:chOff x="0" y="0"/>
            <a:chExt cx="3259800" cy="10344960"/>
          </a:xfrm>
        </p:grpSpPr>
        <p:sp>
          <p:nvSpPr>
            <p:cNvPr id="104" name="Google Shape;126;p16"/>
            <p:cNvSpPr/>
            <p:nvPr/>
          </p:nvSpPr>
          <p:spPr>
            <a:xfrm>
              <a:off x="0" y="213840"/>
              <a:ext cx="3259800" cy="10131120"/>
            </a:xfrm>
            <a:custGeom>
              <a:avLst/>
              <a:gdLst>
                <a:gd name="textAreaLeft" fmla="*/ 0 w 3259800"/>
                <a:gd name="textAreaRight" fmla="*/ 3260160 w 3259800"/>
                <a:gd name="textAreaTop" fmla="*/ 0 h 10131120"/>
                <a:gd name="textAreaBottom" fmla="*/ 10131480 h 10131120"/>
              </a:gdLst>
              <a:ahLst/>
              <a:cxnLst/>
              <a:rect l="textAreaLeft" t="textAreaTop" r="textAreaRight" b="textAreaBottom"/>
              <a:pathLst>
                <a:path w="1661494" h="2709333">
                  <a:moveTo>
                    <a:pt x="0" y="0"/>
                  </a:moveTo>
                  <a:lnTo>
                    <a:pt x="1661494" y="0"/>
                  </a:lnTo>
                  <a:lnTo>
                    <a:pt x="1661494" y="2709333"/>
                  </a:lnTo>
                  <a:lnTo>
                    <a:pt x="0" y="2709333"/>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05" name="Google Shape;127;p16"/>
            <p:cNvSpPr/>
            <p:nvPr/>
          </p:nvSpPr>
          <p:spPr>
            <a:xfrm>
              <a:off x="0" y="0"/>
              <a:ext cx="3259800" cy="1034496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06" name="Google Shape;128;p16"/>
          <p:cNvSpPr/>
          <p:nvPr/>
        </p:nvSpPr>
        <p:spPr>
          <a:xfrm>
            <a:off x="3657600" y="1424160"/>
            <a:ext cx="440676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The Solution</a:t>
            </a:r>
            <a:endParaRPr lang="en-US" sz="5600" b="0" strike="noStrike" spc="-1">
              <a:solidFill>
                <a:srgbClr val="000000"/>
              </a:solidFill>
              <a:latin typeface="Arial"/>
            </a:endParaRPr>
          </a:p>
        </p:txBody>
      </p:sp>
      <p:grpSp>
        <p:nvGrpSpPr>
          <p:cNvPr id="107" name="Google Shape;132;p16"/>
          <p:cNvGrpSpPr/>
          <p:nvPr/>
        </p:nvGrpSpPr>
        <p:grpSpPr>
          <a:xfrm>
            <a:off x="562680" y="8783640"/>
            <a:ext cx="2233440" cy="1023480"/>
            <a:chOff x="562680" y="8783640"/>
            <a:chExt cx="2233440" cy="1023480"/>
          </a:xfrm>
        </p:grpSpPr>
        <p:sp>
          <p:nvSpPr>
            <p:cNvPr id="108" name="Google Shape;133;p16"/>
            <p:cNvSpPr/>
            <p:nvPr/>
          </p:nvSpPr>
          <p:spPr>
            <a:xfrm>
              <a:off x="562680" y="878364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109" name="Google Shape;134;p16"/>
            <p:cNvPicPr/>
            <p:nvPr/>
          </p:nvPicPr>
          <p:blipFill>
            <a:blip r:embed="rId1"/>
            <a:stretch>
              <a:fillRect/>
            </a:stretch>
          </p:blipFill>
          <p:spPr>
            <a:xfrm>
              <a:off x="788760" y="9042480"/>
              <a:ext cx="1788120" cy="540720"/>
            </a:xfrm>
            <a:prstGeom prst="rect">
              <a:avLst/>
            </a:prstGeom>
            <a:ln w="0">
              <a:noFill/>
            </a:ln>
          </p:spPr>
        </p:pic>
      </p:grpSp>
      <p:grpSp>
        <p:nvGrpSpPr>
          <p:cNvPr id="110" name="Google Shape;129;p16"/>
          <p:cNvGrpSpPr/>
          <p:nvPr/>
        </p:nvGrpSpPr>
        <p:grpSpPr>
          <a:xfrm>
            <a:off x="4957920" y="3296880"/>
            <a:ext cx="530280" cy="528840"/>
            <a:chOff x="4957920" y="3296880"/>
            <a:chExt cx="530280" cy="528840"/>
          </a:xfrm>
        </p:grpSpPr>
        <p:sp>
          <p:nvSpPr>
            <p:cNvPr id="111" name="Google Shape;130;p16"/>
            <p:cNvSpPr/>
            <p:nvPr/>
          </p:nvSpPr>
          <p:spPr>
            <a:xfrm>
              <a:off x="4957920" y="329688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12" name="Google Shape;131;p16"/>
            <p:cNvSpPr/>
            <p:nvPr/>
          </p:nvSpPr>
          <p:spPr>
            <a:xfrm>
              <a:off x="5026680" y="339264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rgbClr val="2598D3"/>
                  </a:solidFill>
                  <a:latin typeface="Montserrat"/>
                  <a:ea typeface="Montserrat"/>
                </a:rPr>
                <a:t>01</a:t>
              </a:r>
              <a:endParaRPr lang="en-US" sz="2270" b="0" strike="noStrike" spc="-1">
                <a:solidFill>
                  <a:srgbClr val="000000"/>
                </a:solidFill>
                <a:latin typeface="Arial"/>
              </a:endParaRPr>
            </a:p>
          </p:txBody>
        </p:sp>
      </p:grpSp>
      <p:grpSp>
        <p:nvGrpSpPr>
          <p:cNvPr id="113" name="Google Shape;129;p16"/>
          <p:cNvGrpSpPr/>
          <p:nvPr/>
        </p:nvGrpSpPr>
        <p:grpSpPr>
          <a:xfrm>
            <a:off x="4961520" y="4333320"/>
            <a:ext cx="530280" cy="528840"/>
            <a:chOff x="4961520" y="4333320"/>
            <a:chExt cx="530280" cy="528840"/>
          </a:xfrm>
        </p:grpSpPr>
        <p:sp>
          <p:nvSpPr>
            <p:cNvPr id="114" name="Google Shape;130;p16"/>
            <p:cNvSpPr/>
            <p:nvPr/>
          </p:nvSpPr>
          <p:spPr>
            <a:xfrm>
              <a:off x="4961520" y="433332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15" name="Google Shape;131;p16"/>
            <p:cNvSpPr/>
            <p:nvPr/>
          </p:nvSpPr>
          <p:spPr>
            <a:xfrm>
              <a:off x="5030280" y="442908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02</a:t>
              </a:r>
              <a:endParaRPr lang="en-US" sz="2000" b="0" strike="noStrike" spc="-1">
                <a:solidFill>
                  <a:srgbClr val="000000"/>
                </a:solidFill>
                <a:latin typeface="Arial"/>
              </a:endParaRPr>
            </a:p>
          </p:txBody>
        </p:sp>
      </p:grpSp>
      <p:grpSp>
        <p:nvGrpSpPr>
          <p:cNvPr id="116" name="Google Shape;129;p16"/>
          <p:cNvGrpSpPr/>
          <p:nvPr/>
        </p:nvGrpSpPr>
        <p:grpSpPr>
          <a:xfrm>
            <a:off x="5026320" y="5151240"/>
            <a:ext cx="530280" cy="528840"/>
            <a:chOff x="5026320" y="5151240"/>
            <a:chExt cx="530280" cy="528840"/>
          </a:xfrm>
        </p:grpSpPr>
        <p:sp>
          <p:nvSpPr>
            <p:cNvPr id="117" name="Google Shape;130;p16"/>
            <p:cNvSpPr/>
            <p:nvPr/>
          </p:nvSpPr>
          <p:spPr>
            <a:xfrm>
              <a:off x="5026320" y="515124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18" name="Google Shape;131;p16"/>
            <p:cNvSpPr/>
            <p:nvPr/>
          </p:nvSpPr>
          <p:spPr>
            <a:xfrm>
              <a:off x="5095080" y="524664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03</a:t>
              </a:r>
              <a:endParaRPr lang="en-US" sz="2000" b="0" strike="noStrike" spc="-1">
                <a:solidFill>
                  <a:srgbClr val="000000"/>
                </a:solidFill>
                <a:latin typeface="Arial"/>
              </a:endParaRPr>
            </a:p>
          </p:txBody>
        </p:sp>
      </p:grpSp>
      <p:sp>
        <p:nvSpPr>
          <p:cNvPr id="119" name="Text Box 10"/>
          <p:cNvSpPr/>
          <p:nvPr/>
        </p:nvSpPr>
        <p:spPr>
          <a:xfrm>
            <a:off x="5562000" y="3465360"/>
            <a:ext cx="1121364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Voice-first system that allows farmers to access services through phone calls in local languages no reading or internet required.</a:t>
            </a:r>
            <a:endParaRPr lang="en-US" sz="2000" b="0" strike="noStrike" spc="-1">
              <a:solidFill>
                <a:srgbClr val="000000"/>
              </a:solidFill>
              <a:latin typeface="Arial"/>
            </a:endParaRPr>
          </a:p>
        </p:txBody>
      </p:sp>
      <p:sp>
        <p:nvSpPr>
          <p:cNvPr id="120" name="Text Box 11"/>
          <p:cNvSpPr/>
          <p:nvPr/>
        </p:nvSpPr>
        <p:spPr>
          <a:xfrm>
            <a:off x="5658480" y="4251240"/>
            <a:ext cx="1130256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Mobile app version for smartphone users, providing the same agricultural, financial, and insurance services with an easy-to-use interface.</a:t>
            </a:r>
            <a:endParaRPr lang="en-US" sz="2000" b="0" strike="noStrike" spc="-1">
              <a:solidFill>
                <a:srgbClr val="000000"/>
              </a:solidFill>
              <a:latin typeface="Arial"/>
            </a:endParaRPr>
          </a:p>
        </p:txBody>
      </p:sp>
      <p:sp>
        <p:nvSpPr>
          <p:cNvPr id="121" name="Text Box 13"/>
          <p:cNvSpPr/>
          <p:nvPr/>
        </p:nvSpPr>
        <p:spPr>
          <a:xfrm>
            <a:off x="5658480" y="5151240"/>
            <a:ext cx="1040904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Real-time agricultural information such as weather forecasts, market prices, and farming tips to support better decision-making.</a:t>
            </a:r>
            <a:endParaRPr lang="en-US" sz="2000" b="0" strike="noStrike" spc="-1">
              <a:solidFill>
                <a:srgbClr val="000000"/>
              </a:solidFill>
              <a:latin typeface="Arial"/>
            </a:endParaRPr>
          </a:p>
        </p:txBody>
      </p:sp>
      <p:grpSp>
        <p:nvGrpSpPr>
          <p:cNvPr id="122" name="Google Shape;129;p16"/>
          <p:cNvGrpSpPr/>
          <p:nvPr/>
        </p:nvGrpSpPr>
        <p:grpSpPr>
          <a:xfrm>
            <a:off x="5030640" y="6064920"/>
            <a:ext cx="530280" cy="528840"/>
            <a:chOff x="5030640" y="6064920"/>
            <a:chExt cx="530280" cy="528840"/>
          </a:xfrm>
        </p:grpSpPr>
        <p:sp>
          <p:nvSpPr>
            <p:cNvPr id="123" name="Google Shape;130;p16"/>
            <p:cNvSpPr/>
            <p:nvPr/>
          </p:nvSpPr>
          <p:spPr>
            <a:xfrm>
              <a:off x="5030640" y="606492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24" name="Google Shape;131;p16"/>
            <p:cNvSpPr/>
            <p:nvPr/>
          </p:nvSpPr>
          <p:spPr>
            <a:xfrm>
              <a:off x="5099760" y="616068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04</a:t>
              </a:r>
              <a:endParaRPr lang="en-US" sz="2000" b="0" strike="noStrike" spc="-1">
                <a:solidFill>
                  <a:srgbClr val="000000"/>
                </a:solidFill>
                <a:latin typeface="Arial"/>
              </a:endParaRPr>
            </a:p>
          </p:txBody>
        </p:sp>
      </p:grpSp>
      <p:sp>
        <p:nvSpPr>
          <p:cNvPr id="125" name="Text Box 18"/>
          <p:cNvSpPr/>
          <p:nvPr/>
        </p:nvSpPr>
        <p:spPr>
          <a:xfrm>
            <a:off x="5673240" y="6050880"/>
            <a:ext cx="10394640" cy="699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Integration with financial and insurance partners to give farmers access to digital payments, loans, and crop/livestock insurance</a:t>
            </a:r>
            <a:endParaRPr lang="en-US" sz="2000" b="0" strike="noStrike" spc="-1">
              <a:solidFill>
                <a:srgbClr val="000000"/>
              </a:solidFill>
              <a:latin typeface="Arial"/>
            </a:endParaRPr>
          </a:p>
        </p:txBody>
      </p:sp>
      <p:grpSp>
        <p:nvGrpSpPr>
          <p:cNvPr id="126" name="Google Shape;129;p16"/>
          <p:cNvGrpSpPr/>
          <p:nvPr/>
        </p:nvGrpSpPr>
        <p:grpSpPr>
          <a:xfrm>
            <a:off x="5095080" y="7060680"/>
            <a:ext cx="530280" cy="528840"/>
            <a:chOff x="5095080" y="7060680"/>
            <a:chExt cx="530280" cy="528840"/>
          </a:xfrm>
        </p:grpSpPr>
        <p:sp>
          <p:nvSpPr>
            <p:cNvPr id="127" name="Google Shape;130;p16"/>
            <p:cNvSpPr/>
            <p:nvPr/>
          </p:nvSpPr>
          <p:spPr>
            <a:xfrm>
              <a:off x="5095080" y="706068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rgbClr val="000000"/>
                </a:solidFill>
                <a:latin typeface="Calibri"/>
                <a:ea typeface="Calibri"/>
              </a:endParaRPr>
            </a:p>
          </p:txBody>
        </p:sp>
        <p:sp>
          <p:nvSpPr>
            <p:cNvPr id="128" name="Google Shape;131;p16"/>
            <p:cNvSpPr/>
            <p:nvPr/>
          </p:nvSpPr>
          <p:spPr>
            <a:xfrm>
              <a:off x="5163840" y="7156080"/>
              <a:ext cx="39276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000" b="1" strike="noStrike" spc="-1">
                  <a:solidFill>
                    <a:srgbClr val="2598D3"/>
                  </a:solidFill>
                  <a:latin typeface="Arial"/>
                  <a:ea typeface="Arial"/>
                </a:rPr>
                <a:t>05</a:t>
              </a:r>
              <a:endParaRPr lang="en-US" sz="2000" b="0" strike="noStrike" spc="-1">
                <a:solidFill>
                  <a:srgbClr val="000000"/>
                </a:solidFill>
                <a:latin typeface="Arial"/>
              </a:endParaRPr>
            </a:p>
          </p:txBody>
        </p:sp>
      </p:grpSp>
      <p:sp>
        <p:nvSpPr>
          <p:cNvPr id="129" name="Text Box 26"/>
          <p:cNvSpPr/>
          <p:nvPr/>
        </p:nvSpPr>
        <p:spPr>
          <a:xfrm>
            <a:off x="5793120" y="7093440"/>
            <a:ext cx="944136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Inclusive digital platform designed to reach both literate and non-literate farmers across Zambia.</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 name="Google Shape;139;p17"/>
          <p:cNvGrpSpPr/>
          <p:nvPr/>
        </p:nvGrpSpPr>
        <p:grpSpPr>
          <a:xfrm>
            <a:off x="14893200" y="-217080"/>
            <a:ext cx="3394440" cy="10503720"/>
            <a:chOff x="14893200" y="-217080"/>
            <a:chExt cx="3394440" cy="10503720"/>
          </a:xfrm>
        </p:grpSpPr>
        <p:sp>
          <p:nvSpPr>
            <p:cNvPr id="131" name="Google Shape;140;p17"/>
            <p:cNvSpPr/>
            <p:nvPr/>
          </p:nvSpPr>
          <p:spPr>
            <a:xfrm>
              <a:off x="14893200" y="0"/>
              <a:ext cx="3394440" cy="10286640"/>
            </a:xfrm>
            <a:custGeom>
              <a:avLst/>
              <a:gdLst>
                <a:gd name="textAreaLeft" fmla="*/ 0 w 3394440"/>
                <a:gd name="textAreaRight" fmla="*/ 3394800 w 3394440"/>
                <a:gd name="textAreaTop" fmla="*/ 0 h 10286640"/>
                <a:gd name="textAreaBottom" fmla="*/ 10287000 h 10286640"/>
              </a:gdLst>
              <a:ahLst/>
              <a:cxnLst/>
              <a:rect l="textAreaLeft" t="textAreaTop" r="textAreaRight" b="textAreaBottom"/>
              <a:pathLst>
                <a:path w="1321562" h="2709333">
                  <a:moveTo>
                    <a:pt x="0" y="0"/>
                  </a:moveTo>
                  <a:lnTo>
                    <a:pt x="1321562" y="0"/>
                  </a:lnTo>
                  <a:lnTo>
                    <a:pt x="1321562" y="2709333"/>
                  </a:lnTo>
                  <a:lnTo>
                    <a:pt x="0" y="2709333"/>
                  </a:lnTo>
                  <a:close/>
                </a:path>
              </a:pathLst>
            </a:custGeom>
            <a:solidFill>
              <a:srgbClr val="24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32" name="Google Shape;141;p17"/>
            <p:cNvSpPr/>
            <p:nvPr/>
          </p:nvSpPr>
          <p:spPr>
            <a:xfrm>
              <a:off x="14893200" y="-217080"/>
              <a:ext cx="3394440" cy="10503720"/>
            </a:xfrm>
            <a:prstGeom prst="rect">
              <a:avLst/>
            </a:prstGeom>
            <a:solidFill>
              <a:srgbClr val="24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33" name="Google Shape;142;p17"/>
          <p:cNvSpPr/>
          <p:nvPr/>
        </p:nvSpPr>
        <p:spPr>
          <a:xfrm>
            <a:off x="1028520" y="690480"/>
            <a:ext cx="79160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How it Works</a:t>
            </a:r>
            <a:endParaRPr lang="en-US" sz="5600" b="0" strike="noStrike" spc="-1">
              <a:solidFill>
                <a:srgbClr val="000000"/>
              </a:solidFill>
              <a:latin typeface="Arial"/>
            </a:endParaRPr>
          </a:p>
        </p:txBody>
      </p:sp>
      <p:grpSp>
        <p:nvGrpSpPr>
          <p:cNvPr id="134" name="Google Shape;143;p17"/>
          <p:cNvGrpSpPr/>
          <p:nvPr/>
        </p:nvGrpSpPr>
        <p:grpSpPr>
          <a:xfrm>
            <a:off x="15505920" y="8572680"/>
            <a:ext cx="2233440" cy="1023480"/>
            <a:chOff x="15505920" y="8572680"/>
            <a:chExt cx="2233440" cy="1023480"/>
          </a:xfrm>
        </p:grpSpPr>
        <p:sp>
          <p:nvSpPr>
            <p:cNvPr id="135" name="Google Shape;144;p17"/>
            <p:cNvSpPr/>
            <p:nvPr/>
          </p:nvSpPr>
          <p:spPr>
            <a:xfrm>
              <a:off x="15505920" y="857268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136" name="Google Shape;145;p17"/>
            <p:cNvPicPr/>
            <p:nvPr/>
          </p:nvPicPr>
          <p:blipFill>
            <a:blip r:embed="rId1"/>
            <a:stretch>
              <a:fillRect/>
            </a:stretch>
          </p:blipFill>
          <p:spPr>
            <a:xfrm>
              <a:off x="15731640" y="8831520"/>
              <a:ext cx="1788120" cy="540720"/>
            </a:xfrm>
            <a:prstGeom prst="rect">
              <a:avLst/>
            </a:prstGeom>
            <a:ln w="0">
              <a:noFill/>
            </a:ln>
          </p:spPr>
        </p:pic>
      </p:grpSp>
      <p:sp>
        <p:nvSpPr>
          <p:cNvPr id="137" name="Google Shape;146;p17"/>
          <p:cNvSpPr/>
          <p:nvPr/>
        </p:nvSpPr>
        <p:spPr>
          <a:xfrm>
            <a:off x="1074600" y="1670400"/>
            <a:ext cx="7916040" cy="479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3000" b="0" strike="noStrike" spc="-1">
                <a:solidFill>
                  <a:srgbClr val="143642"/>
                </a:solidFill>
                <a:latin typeface="Plus Jakarta Sans Medium"/>
                <a:ea typeface="Plus Jakarta Sans Medium"/>
              </a:rPr>
              <a:t>(Germination and Sprout Stage)</a:t>
            </a:r>
            <a:endParaRPr lang="en-US" sz="3000" b="0" strike="noStrike" spc="-1">
              <a:solidFill>
                <a:srgbClr val="000000"/>
              </a:solidFill>
              <a:latin typeface="Arial"/>
            </a:endParaRPr>
          </a:p>
        </p:txBody>
      </p:sp>
      <p:sp>
        <p:nvSpPr>
          <p:cNvPr id="138" name="Text Box 1"/>
          <p:cNvSpPr/>
          <p:nvPr/>
        </p:nvSpPr>
        <p:spPr>
          <a:xfrm>
            <a:off x="833760" y="2442960"/>
            <a:ext cx="13626000" cy="71028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1" strike="noStrike" spc="-1">
                <a:solidFill>
                  <a:srgbClr val="000000"/>
                </a:solidFill>
                <a:latin typeface="Arial Narrow"/>
                <a:ea typeface="Arial"/>
              </a:rPr>
              <a:t> Voice Access: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Farmers dial a toll-free number or receive automated voice messages in their preferred local language (e.g., Bemba, Nyanja, Tonga).</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 Voice Interaction:</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The system uses a voice menu (IVR or speech recognition) where farmers can speak or choose options to get information for example:</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“Press 1 for weather updates”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“Press 2 for market prices”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“Press 3 for financial or insurance services.”</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 Information Delivery:</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AgroSpeake Connect provides real-time agricultural advice, weather forecasts, pest alerts, and market information directly through voice or SMS follow-up.</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Financial &amp; Insurance Services:</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Through partnerships with banks and insurance providers, farmers can access digital loans, savings, or insurance via voice prompts or through the mobile app.</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Mobile App Option:</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Farmers with smartphones can download the AgroSpeake Connect app to access the same services  with visuals, chat support, and digital records of transactions or advice received.</a:t>
            </a:r>
            <a:endParaRPr lang="en-US" sz="2000" b="0" strike="noStrike" spc="-1">
              <a:solidFill>
                <a:srgbClr val="000000"/>
              </a:solidFill>
              <a:latin typeface="Arial"/>
            </a:endParaRPr>
          </a:p>
          <a:p>
            <a:pPr>
              <a:lnSpc>
                <a:spcPct val="100000"/>
              </a:lnSpc>
            </a:pPr>
            <a:endParaRPr lang="en-US" sz="2000" b="0" strike="noStrike" spc="-1">
              <a:solidFill>
                <a:srgbClr val="000000"/>
              </a:solidFill>
              <a:latin typeface="Arial"/>
            </a:endParaRPr>
          </a:p>
          <a:p>
            <a:pPr>
              <a:lnSpc>
                <a:spcPct val="100000"/>
              </a:lnSpc>
            </a:pPr>
            <a:r>
              <a:rPr lang="en-US" sz="2000" b="1" strike="noStrike" spc="-1">
                <a:solidFill>
                  <a:srgbClr val="000000"/>
                </a:solidFill>
                <a:latin typeface="Arial Narrow"/>
                <a:ea typeface="Arial"/>
              </a:rPr>
              <a:t>Data &amp; Feedback:</a:t>
            </a:r>
            <a:endParaRPr lang="en-US" sz="2000" b="0" strike="noStrike" spc="-1">
              <a:solidFill>
                <a:srgbClr val="000000"/>
              </a:solidFill>
              <a:latin typeface="Arial"/>
            </a:endParaRPr>
          </a:p>
          <a:p>
            <a:pPr>
              <a:lnSpc>
                <a:spcPct val="100000"/>
              </a:lnSpc>
            </a:pPr>
            <a:r>
              <a:rPr lang="en-US" sz="2000" b="0" strike="noStrike" spc="-1">
                <a:solidFill>
                  <a:srgbClr val="000000"/>
                </a:solidFill>
                <a:latin typeface="Arial Narrow"/>
                <a:ea typeface="Arial"/>
              </a:rPr>
              <a:t>The system collects anonymous user data and feedback to personalize services and improve recommendations for farmers over time.</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Google Shape;151;p18"/>
          <p:cNvSpPr/>
          <p:nvPr/>
        </p:nvSpPr>
        <p:spPr>
          <a:xfrm>
            <a:off x="1074600" y="690480"/>
            <a:ext cx="863460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UPLOAD A VIDEO </a:t>
            </a:r>
            <a:endParaRPr lang="en-US" sz="5600" b="0" strike="noStrike" spc="-1">
              <a:solidFill>
                <a:srgbClr val="000000"/>
              </a:solidFill>
              <a:latin typeface="Arial"/>
            </a:endParaRPr>
          </a:p>
        </p:txBody>
      </p:sp>
      <p:sp>
        <p:nvSpPr>
          <p:cNvPr id="140" name="Google Shape;152;p18"/>
          <p:cNvSpPr/>
          <p:nvPr/>
        </p:nvSpPr>
        <p:spPr>
          <a:xfrm>
            <a:off x="1074600" y="1731960"/>
            <a:ext cx="6334200" cy="570960"/>
          </a:xfrm>
          <a:prstGeom prst="rect">
            <a:avLst/>
          </a:prstGeom>
          <a:noFill/>
          <a:ln w="0">
            <a:noFill/>
          </a:ln>
        </p:spPr>
        <p:style>
          <a:lnRef idx="0">
            <a:srgbClr val="FFFFFF"/>
          </a:lnRef>
          <a:fillRef idx="0">
            <a:srgbClr val="FFFFFF"/>
          </a:fillRef>
          <a:effectRef idx="0">
            <a:srgbClr val="FFFFFF"/>
          </a:effectRef>
          <a:fontRef idx="minor"/>
        </p:style>
        <p:txBody>
          <a:bodyPr anchor="t">
            <a:spAutoFit/>
          </a:bodyPr>
          <a:p>
            <a:pPr>
              <a:lnSpc>
                <a:spcPct val="105000"/>
              </a:lnSpc>
              <a:tabLst>
                <a:tab pos="0" algn="l"/>
              </a:tabLst>
            </a:pPr>
            <a:r>
              <a:rPr lang="en-US" sz="3000" b="0" strike="noStrike" spc="-1">
                <a:solidFill>
                  <a:srgbClr val="143642"/>
                </a:solidFill>
                <a:latin typeface="Plus Jakarta Sans Medium"/>
                <a:ea typeface="Plus Jakarta Sans Medium"/>
              </a:rPr>
              <a:t>(Germination and Sprout Stage)</a:t>
            </a:r>
            <a:endParaRPr lang="en-US" sz="3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98D3"/>
        </a:solidFill>
        <a:effectLst/>
      </p:bgPr>
    </p:bg>
    <p:spTree>
      <p:nvGrpSpPr>
        <p:cNvPr id="1" name=""/>
        <p:cNvGrpSpPr/>
        <p:nvPr/>
      </p:nvGrpSpPr>
      <p:grpSpPr>
        <a:xfrm>
          <a:off x="0" y="0"/>
          <a:ext cx="0" cy="0"/>
          <a:chOff x="0" y="0"/>
          <a:chExt cx="0" cy="0"/>
        </a:xfrm>
      </p:grpSpPr>
      <p:sp>
        <p:nvSpPr>
          <p:cNvPr id="141" name="Google Shape;157;p19"/>
          <p:cNvSpPr/>
          <p:nvPr/>
        </p:nvSpPr>
        <p:spPr>
          <a:xfrm>
            <a:off x="1028880" y="690480"/>
            <a:ext cx="95522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F0F6FC"/>
                </a:solidFill>
                <a:latin typeface="Plus Jakarta Sans ExtraBold"/>
                <a:ea typeface="Plus Jakarta Sans ExtraBold"/>
              </a:rPr>
              <a:t>Traction</a:t>
            </a:r>
            <a:endParaRPr lang="en-US" sz="5600" b="0" strike="noStrike" spc="-1">
              <a:solidFill>
                <a:srgbClr val="FFFFFF"/>
              </a:solidFill>
              <a:latin typeface="Arial"/>
            </a:endParaRPr>
          </a:p>
        </p:txBody>
      </p:sp>
      <p:sp>
        <p:nvSpPr>
          <p:cNvPr id="142" name="Google Shape;158;p19"/>
          <p:cNvSpPr/>
          <p:nvPr/>
        </p:nvSpPr>
        <p:spPr>
          <a:xfrm>
            <a:off x="9420840" y="4514400"/>
            <a:ext cx="7952400" cy="553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marL="914400" algn="just">
              <a:lnSpc>
                <a:spcPct val="150000"/>
              </a:lnSpc>
              <a:tabLst>
                <a:tab pos="0" algn="l"/>
              </a:tabLst>
            </a:pPr>
            <a:endParaRPr lang="en-US" sz="1200" b="0" strike="noStrike" spc="-1">
              <a:solidFill>
                <a:srgbClr val="FFFFFF"/>
              </a:solidFill>
              <a:latin typeface="Arial"/>
            </a:endParaRPr>
          </a:p>
          <a:p>
            <a:pPr algn="just">
              <a:lnSpc>
                <a:spcPct val="150000"/>
              </a:lnSpc>
              <a:tabLst>
                <a:tab pos="0" algn="l"/>
              </a:tabLst>
            </a:pPr>
            <a:endParaRPr lang="en-US" sz="1800" b="0" strike="noStrike" spc="-1">
              <a:solidFill>
                <a:srgbClr val="FFFFFF"/>
              </a:solidFill>
              <a:latin typeface="Arial"/>
            </a:endParaRPr>
          </a:p>
        </p:txBody>
      </p:sp>
      <p:sp>
        <p:nvSpPr>
          <p:cNvPr id="143" name="Google Shape;146;p17"/>
          <p:cNvSpPr/>
          <p:nvPr/>
        </p:nvSpPr>
        <p:spPr>
          <a:xfrm>
            <a:off x="1074600" y="1670400"/>
            <a:ext cx="7916040" cy="480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3000" b="0" strike="noStrike" spc="-1">
                <a:solidFill>
                  <a:schemeClr val="lt1"/>
                </a:solidFill>
                <a:latin typeface="Plus Jakarta Sans Medium"/>
                <a:ea typeface="Plus Jakarta Sans Medium"/>
              </a:rPr>
              <a:t>(Germination and Sprout Stage)</a:t>
            </a:r>
            <a:endParaRPr lang="en-US" sz="3000" b="0" strike="noStrike" spc="-1">
              <a:solidFill>
                <a:srgbClr val="FFFFFF"/>
              </a:solidFill>
              <a:latin typeface="Arial"/>
            </a:endParaRPr>
          </a:p>
        </p:txBody>
      </p:sp>
      <p:sp>
        <p:nvSpPr>
          <p:cNvPr id="144" name="Text Box 1"/>
          <p:cNvSpPr/>
          <p:nvPr/>
        </p:nvSpPr>
        <p:spPr>
          <a:xfrm>
            <a:off x="1028880" y="2804760"/>
            <a:ext cx="16128000" cy="40536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1" strike="noStrike" spc="-1">
                <a:solidFill>
                  <a:srgbClr val="000000"/>
                </a:solidFill>
                <a:latin typeface="Arial Narrow"/>
                <a:ea typeface="Arial"/>
              </a:rPr>
              <a:t>Custom AI Models</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Developed custom TTS (Text-to-Speech) and STT (Speech-to-Text) models to support local languages and voice-first interactions.</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a:lnSpc>
                <a:spcPct val="100000"/>
              </a:lnSpc>
            </a:pPr>
            <a:r>
              <a:rPr lang="en-US" sz="2000" b="1" strike="noStrike" spc="-1">
                <a:solidFill>
                  <a:srgbClr val="000000"/>
                </a:solidFill>
                <a:latin typeface="Arial Narrow"/>
                <a:ea typeface="Arial"/>
              </a:rPr>
              <a:t>Pilot Testing / Feedback</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Conducted a pilot with 15 farmers using the mobile app.</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Feedback highlighted the need to integrate financial services and insurance into the platform.</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a:lnSpc>
                <a:spcPct val="100000"/>
              </a:lnSpc>
            </a:pPr>
            <a:r>
              <a:rPr lang="en-US" sz="2000" b="1" strike="noStrike" spc="-1">
                <a:solidFill>
                  <a:srgbClr val="000000"/>
                </a:solidFill>
                <a:latin typeface="Arial Narrow"/>
                <a:ea typeface="Arial"/>
              </a:rPr>
              <a:t>Partnerships / Stakeholder Engagement</a:t>
            </a:r>
            <a:endParaRPr lang="en-US" sz="2000" b="0" strike="noStrike" spc="-1">
              <a:solidFill>
                <a:srgbClr val="FFFFFF"/>
              </a:solidFill>
              <a:latin typeface="Arial"/>
            </a:endParaRPr>
          </a:p>
          <a:p>
            <a:pPr>
              <a:lnSpc>
                <a:spcPct val="100000"/>
              </a:lnSpc>
            </a:pPr>
            <a:endParaRPr lang="en-US" sz="2000" b="0" strike="noStrike" spc="-1">
              <a:solidFill>
                <a:srgbClr val="FFFFFF"/>
              </a:solidFill>
              <a:latin typeface="Arial"/>
            </a:endParaRPr>
          </a:p>
          <a:p>
            <a:pPr marL="342900" indent="-342900">
              <a:lnSpc>
                <a:spcPct val="100000"/>
              </a:lnSpc>
              <a:buClr>
                <a:srgbClr val="000000"/>
              </a:buClr>
              <a:buFont typeface="Arial"/>
              <a:buChar char="•"/>
            </a:pPr>
            <a:r>
              <a:rPr lang="en-US" sz="2000" b="0" strike="noStrike" spc="-1">
                <a:solidFill>
                  <a:srgbClr val="000000"/>
                </a:solidFill>
                <a:latin typeface="Arial Narrow"/>
                <a:ea typeface="Arial"/>
              </a:rPr>
              <a:t>Collaborating with UNIPOB, ZICTA Innovation  2025, and the Youth Team Up program to support development, testing, and scaling.</a:t>
            </a:r>
            <a:endParaRPr lang="en-US" sz="2000" b="0" strike="noStrike" spc="-1">
              <a:solidFill>
                <a:srgbClr val="FFFFFF"/>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Google Shape;163;p20"/>
          <p:cNvGrpSpPr/>
          <p:nvPr/>
        </p:nvGrpSpPr>
        <p:grpSpPr>
          <a:xfrm>
            <a:off x="133920" y="0"/>
            <a:ext cx="18630360" cy="10286640"/>
            <a:chOff x="133920" y="0"/>
            <a:chExt cx="18630360" cy="10286640"/>
          </a:xfrm>
        </p:grpSpPr>
        <p:sp>
          <p:nvSpPr>
            <p:cNvPr id="146" name="Google Shape;164;p20"/>
            <p:cNvSpPr/>
            <p:nvPr/>
          </p:nvSpPr>
          <p:spPr>
            <a:xfrm>
              <a:off x="133920" y="5453640"/>
              <a:ext cx="16265160" cy="4833000"/>
            </a:xfrm>
            <a:custGeom>
              <a:avLst/>
              <a:gdLst>
                <a:gd name="textAreaLeft" fmla="*/ 0 w 16265160"/>
                <a:gd name="textAreaRight" fmla="*/ 16265520 w 16265160"/>
                <a:gd name="textAreaTop" fmla="*/ 0 h 4833000"/>
                <a:gd name="textAreaBottom" fmla="*/ 4833360 h 4833000"/>
              </a:gdLst>
              <a:ahLst/>
              <a:cxnLst/>
              <a:rect l="textAreaLeft" t="textAreaTop" r="textAreaRight" b="textAreaBottom"/>
              <a:pathLst>
                <a:path w="4810343" h="50648">
                  <a:moveTo>
                    <a:pt x="0" y="0"/>
                  </a:moveTo>
                  <a:lnTo>
                    <a:pt x="4810343" y="0"/>
                  </a:lnTo>
                  <a:lnTo>
                    <a:pt x="4810343" y="50648"/>
                  </a:lnTo>
                  <a:lnTo>
                    <a:pt x="0" y="50648"/>
                  </a:lnTo>
                  <a:close/>
                </a:path>
              </a:pathLst>
            </a:custGeom>
            <a:solidFill>
              <a:srgbClr val="143642"/>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47" name="Google Shape;165;p20"/>
            <p:cNvSpPr/>
            <p:nvPr/>
          </p:nvSpPr>
          <p:spPr>
            <a:xfrm>
              <a:off x="133920" y="0"/>
              <a:ext cx="18630360" cy="1027728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48" name="Google Shape;166;p20"/>
          <p:cNvSpPr/>
          <p:nvPr/>
        </p:nvSpPr>
        <p:spPr>
          <a:xfrm>
            <a:off x="1077480" y="690480"/>
            <a:ext cx="80690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chemeClr val="lt1"/>
                </a:solidFill>
                <a:latin typeface="Plus Jakarta Sans ExtraBold"/>
                <a:ea typeface="Plus Jakarta Sans ExtraBold"/>
              </a:rPr>
              <a:t>Value Proposition</a:t>
            </a:r>
            <a:endParaRPr lang="en-US" sz="5600" b="0" strike="noStrike" spc="-1">
              <a:solidFill>
                <a:srgbClr val="000000"/>
              </a:solidFill>
              <a:latin typeface="Arial"/>
            </a:endParaRPr>
          </a:p>
        </p:txBody>
      </p:sp>
      <p:grpSp>
        <p:nvGrpSpPr>
          <p:cNvPr id="149" name="Google Shape;167;p20"/>
          <p:cNvGrpSpPr/>
          <p:nvPr/>
        </p:nvGrpSpPr>
        <p:grpSpPr>
          <a:xfrm>
            <a:off x="1028880" y="2484360"/>
            <a:ext cx="530280" cy="559800"/>
            <a:chOff x="1028880" y="2484360"/>
            <a:chExt cx="530280" cy="559800"/>
          </a:xfrm>
        </p:grpSpPr>
        <p:sp>
          <p:nvSpPr>
            <p:cNvPr id="150" name="Google Shape;168;p20"/>
            <p:cNvSpPr/>
            <p:nvPr/>
          </p:nvSpPr>
          <p:spPr>
            <a:xfrm>
              <a:off x="1028880" y="2484360"/>
              <a:ext cx="530280" cy="55980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chemeClr val="lt1"/>
                </a:solidFill>
                <a:latin typeface="Calibri"/>
                <a:ea typeface="Calibri"/>
              </a:endParaRPr>
            </a:p>
          </p:txBody>
        </p:sp>
        <p:sp>
          <p:nvSpPr>
            <p:cNvPr id="151" name="Google Shape;169;p20"/>
            <p:cNvSpPr/>
            <p:nvPr/>
          </p:nvSpPr>
          <p:spPr>
            <a:xfrm>
              <a:off x="1097640" y="2570040"/>
              <a:ext cx="392760" cy="38844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chemeClr val="lt1"/>
                  </a:solidFill>
                  <a:latin typeface="Montserrat"/>
                  <a:ea typeface="Montserrat"/>
                </a:rPr>
                <a:t>01</a:t>
              </a:r>
              <a:endParaRPr lang="en-US" sz="2270" b="0" strike="noStrike" spc="-1">
                <a:solidFill>
                  <a:srgbClr val="000000"/>
                </a:solidFill>
                <a:latin typeface="Arial"/>
              </a:endParaRPr>
            </a:p>
          </p:txBody>
        </p:sp>
      </p:grpSp>
      <p:grpSp>
        <p:nvGrpSpPr>
          <p:cNvPr id="152" name="Google Shape;170;p20"/>
          <p:cNvGrpSpPr/>
          <p:nvPr/>
        </p:nvGrpSpPr>
        <p:grpSpPr>
          <a:xfrm>
            <a:off x="1028520" y="4430880"/>
            <a:ext cx="530280" cy="528840"/>
            <a:chOff x="1028520" y="4430880"/>
            <a:chExt cx="530280" cy="528840"/>
          </a:xfrm>
        </p:grpSpPr>
        <p:sp>
          <p:nvSpPr>
            <p:cNvPr id="153" name="Google Shape;171;p20"/>
            <p:cNvSpPr/>
            <p:nvPr/>
          </p:nvSpPr>
          <p:spPr>
            <a:xfrm>
              <a:off x="1028520" y="443088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chemeClr val="lt1"/>
                </a:solidFill>
                <a:latin typeface="Calibri"/>
                <a:ea typeface="Calibri"/>
              </a:endParaRPr>
            </a:p>
          </p:txBody>
        </p:sp>
        <p:sp>
          <p:nvSpPr>
            <p:cNvPr id="154" name="Google Shape;172;p20"/>
            <p:cNvSpPr/>
            <p:nvPr/>
          </p:nvSpPr>
          <p:spPr>
            <a:xfrm>
              <a:off x="1064880" y="4526640"/>
              <a:ext cx="45072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chemeClr val="lt1"/>
                  </a:solidFill>
                  <a:latin typeface="Montserrat"/>
                  <a:ea typeface="Montserrat"/>
                </a:rPr>
                <a:t>02</a:t>
              </a:r>
              <a:endParaRPr lang="en-US" sz="2270" b="0" strike="noStrike" spc="-1">
                <a:solidFill>
                  <a:srgbClr val="000000"/>
                </a:solidFill>
                <a:latin typeface="Arial"/>
              </a:endParaRPr>
            </a:p>
            <a:p>
              <a:pPr algn="ctr">
                <a:lnSpc>
                  <a:spcPct val="140000"/>
                </a:lnSpc>
                <a:tabLst>
                  <a:tab pos="0" algn="l"/>
                </a:tabLst>
              </a:pPr>
              <a:endParaRPr lang="en-US" sz="2270" b="0" strike="noStrike" spc="-1">
                <a:solidFill>
                  <a:srgbClr val="000000"/>
                </a:solidFill>
                <a:latin typeface="Arial"/>
              </a:endParaRPr>
            </a:p>
          </p:txBody>
        </p:sp>
      </p:grpSp>
      <p:sp>
        <p:nvSpPr>
          <p:cNvPr id="155" name="Text Box 1"/>
          <p:cNvSpPr/>
          <p:nvPr/>
        </p:nvSpPr>
        <p:spPr>
          <a:xfrm>
            <a:off x="1637640" y="2670120"/>
            <a:ext cx="1472832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1" strike="noStrike" spc="-1">
                <a:solidFill>
                  <a:srgbClr val="000000"/>
                </a:solidFill>
                <a:latin typeface="Arial Narrow"/>
                <a:ea typeface="Arial"/>
              </a:rPr>
              <a:t>Inclusive Access:</a:t>
            </a:r>
            <a:r>
              <a:rPr lang="en-US" sz="2000" b="0" strike="noStrike" spc="-1">
                <a:solidFill>
                  <a:srgbClr val="000000"/>
                </a:solidFill>
                <a:latin typeface="Arial Narrow"/>
                <a:ea typeface="Arial"/>
              </a:rPr>
              <a:t> Enables all farmers, including non-literate users, to access agricultural, financial, and insurance services via voice or app.</a:t>
            </a:r>
            <a:endParaRPr lang="en-US" sz="2000" b="0" strike="noStrike" spc="-1">
              <a:solidFill>
                <a:srgbClr val="000000"/>
              </a:solidFill>
              <a:latin typeface="Arial"/>
            </a:endParaRPr>
          </a:p>
        </p:txBody>
      </p:sp>
      <p:sp>
        <p:nvSpPr>
          <p:cNvPr id="156" name="Text Box 2"/>
          <p:cNvSpPr/>
          <p:nvPr/>
        </p:nvSpPr>
        <p:spPr>
          <a:xfrm>
            <a:off x="1652760" y="4576320"/>
            <a:ext cx="1511532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Timely Agricultural Information: Provides real-time weather updates, market prices, and farming advice in local languages.</a:t>
            </a:r>
            <a:endParaRPr lang="en-US" sz="2000" b="0" strike="noStrike" spc="-1">
              <a:solidFill>
                <a:srgbClr val="000000"/>
              </a:solidFill>
              <a:latin typeface="Arial"/>
            </a:endParaRPr>
          </a:p>
        </p:txBody>
      </p:sp>
      <p:sp>
        <p:nvSpPr>
          <p:cNvPr id="157" name="Text Box 3"/>
          <p:cNvSpPr/>
          <p:nvPr/>
        </p:nvSpPr>
        <p:spPr>
          <a:xfrm>
            <a:off x="7572240" y="3340800"/>
            <a:ext cx="6095520" cy="3063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endParaRPr lang="en-US" sz="1400" b="0" strike="noStrike" spc="-1">
              <a:solidFill>
                <a:srgbClr val="000000"/>
              </a:solidFill>
              <a:latin typeface="Arial"/>
              <a:ea typeface="Arial"/>
            </a:endParaRPr>
          </a:p>
        </p:txBody>
      </p:sp>
      <p:grpSp>
        <p:nvGrpSpPr>
          <p:cNvPr id="158" name="Google Shape;170;p20"/>
          <p:cNvGrpSpPr/>
          <p:nvPr/>
        </p:nvGrpSpPr>
        <p:grpSpPr>
          <a:xfrm>
            <a:off x="1165320" y="5661000"/>
            <a:ext cx="530280" cy="528840"/>
            <a:chOff x="1165320" y="5661000"/>
            <a:chExt cx="530280" cy="528840"/>
          </a:xfrm>
        </p:grpSpPr>
        <p:sp>
          <p:nvSpPr>
            <p:cNvPr id="159" name="Google Shape;171;p20"/>
            <p:cNvSpPr/>
            <p:nvPr/>
          </p:nvSpPr>
          <p:spPr>
            <a:xfrm>
              <a:off x="1165320" y="566100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chemeClr val="lt1"/>
                </a:solidFill>
                <a:latin typeface="Calibri"/>
                <a:ea typeface="Calibri"/>
              </a:endParaRPr>
            </a:p>
          </p:txBody>
        </p:sp>
        <p:sp>
          <p:nvSpPr>
            <p:cNvPr id="160" name="Google Shape;172;p20"/>
            <p:cNvSpPr/>
            <p:nvPr/>
          </p:nvSpPr>
          <p:spPr>
            <a:xfrm>
              <a:off x="1201680" y="5756760"/>
              <a:ext cx="45072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chemeClr val="lt1"/>
                  </a:solidFill>
                  <a:latin typeface="Montserrat"/>
                  <a:ea typeface="Montserrat"/>
                </a:rPr>
                <a:t>03</a:t>
              </a:r>
              <a:endParaRPr lang="en-US" sz="2270" b="0" strike="noStrike" spc="-1">
                <a:solidFill>
                  <a:srgbClr val="000000"/>
                </a:solidFill>
                <a:latin typeface="Arial"/>
              </a:endParaRPr>
            </a:p>
            <a:p>
              <a:pPr algn="ctr">
                <a:lnSpc>
                  <a:spcPct val="140000"/>
                </a:lnSpc>
                <a:tabLst>
                  <a:tab pos="0" algn="l"/>
                </a:tabLst>
              </a:pPr>
              <a:endParaRPr lang="en-US" sz="2270" b="0" strike="noStrike" spc="-1">
                <a:solidFill>
                  <a:srgbClr val="000000"/>
                </a:solidFill>
                <a:latin typeface="Arial"/>
              </a:endParaRPr>
            </a:p>
          </p:txBody>
        </p:sp>
      </p:grpSp>
      <p:grpSp>
        <p:nvGrpSpPr>
          <p:cNvPr id="161" name="Google Shape;170;p20"/>
          <p:cNvGrpSpPr/>
          <p:nvPr/>
        </p:nvGrpSpPr>
        <p:grpSpPr>
          <a:xfrm>
            <a:off x="1028520" y="7268040"/>
            <a:ext cx="530280" cy="528840"/>
            <a:chOff x="1028520" y="7268040"/>
            <a:chExt cx="530280" cy="528840"/>
          </a:xfrm>
        </p:grpSpPr>
        <p:sp>
          <p:nvSpPr>
            <p:cNvPr id="162" name="Google Shape;171;p20"/>
            <p:cNvSpPr/>
            <p:nvPr/>
          </p:nvSpPr>
          <p:spPr>
            <a:xfrm>
              <a:off x="1028520" y="7268040"/>
              <a:ext cx="530280" cy="528840"/>
            </a:xfrm>
            <a:prstGeom prst="roundRect">
              <a:avLst>
                <a:gd name="adj" fmla="val 16667"/>
              </a:avLst>
            </a:prstGeom>
            <a:noFill/>
            <a:ln w="9525">
              <a:solidFill>
                <a:srgbClr val="28B498"/>
              </a:solidFill>
              <a:round/>
            </a:ln>
          </p:spPr>
          <p:style>
            <a:lnRef idx="0">
              <a:srgbClr val="FFFFFF"/>
            </a:lnRef>
            <a:fillRef idx="0">
              <a:srgbClr val="FFFFFF"/>
            </a:fillRef>
            <a:effectRef idx="0">
              <a:srgbClr val="FFFFFF"/>
            </a:effectRef>
            <a:fontRef idx="minor"/>
          </p:style>
          <p:txBody>
            <a:bodyPr tIns="91440" bIns="91440" anchor="t">
              <a:noAutofit/>
            </a:bodyPr>
            <a:p>
              <a:pPr algn="ctr">
                <a:lnSpc>
                  <a:spcPct val="100000"/>
                </a:lnSpc>
                <a:tabLst>
                  <a:tab pos="0" algn="l"/>
                </a:tabLst>
              </a:pPr>
              <a:endParaRPr lang="en-US" sz="1400" b="1" strike="noStrike" spc="-1">
                <a:solidFill>
                  <a:schemeClr val="lt1"/>
                </a:solidFill>
                <a:latin typeface="Calibri"/>
                <a:ea typeface="Calibri"/>
              </a:endParaRPr>
            </a:p>
          </p:txBody>
        </p:sp>
        <p:sp>
          <p:nvSpPr>
            <p:cNvPr id="163" name="Google Shape;172;p20"/>
            <p:cNvSpPr/>
            <p:nvPr/>
          </p:nvSpPr>
          <p:spPr>
            <a:xfrm>
              <a:off x="1064880" y="7363800"/>
              <a:ext cx="450720" cy="337320"/>
            </a:xfrm>
            <a:prstGeom prst="rect">
              <a:avLst/>
            </a:prstGeom>
            <a:noFill/>
            <a:ln w="0">
              <a:noFill/>
            </a:ln>
          </p:spPr>
          <p:style>
            <a:lnRef idx="0">
              <a:srgbClr val="FFFFFF"/>
            </a:lnRef>
            <a:fillRef idx="0">
              <a:srgbClr val="FFFFFF"/>
            </a:fillRef>
            <a:effectRef idx="0">
              <a:srgbClr val="FFFFFF"/>
            </a:effectRef>
            <a:fontRef idx="minor"/>
          </p:style>
          <p:txBody>
            <a:bodyPr lIns="29520" tIns="29520" rIns="29520" bIns="29520" anchor="t">
              <a:noAutofit/>
            </a:bodyPr>
            <a:p>
              <a:pPr algn="ctr">
                <a:lnSpc>
                  <a:spcPct val="140000"/>
                </a:lnSpc>
                <a:tabLst>
                  <a:tab pos="0" algn="l"/>
                </a:tabLst>
              </a:pPr>
              <a:r>
                <a:rPr lang="en-US" sz="2270" b="1" strike="noStrike" spc="-1">
                  <a:solidFill>
                    <a:schemeClr val="lt1"/>
                  </a:solidFill>
                  <a:latin typeface="Montserrat"/>
                  <a:ea typeface="Montserrat"/>
                </a:rPr>
                <a:t>02</a:t>
              </a:r>
              <a:endParaRPr lang="en-US" sz="2270" b="0" strike="noStrike" spc="-1">
                <a:solidFill>
                  <a:srgbClr val="000000"/>
                </a:solidFill>
                <a:latin typeface="Arial"/>
              </a:endParaRPr>
            </a:p>
            <a:p>
              <a:pPr algn="ctr">
                <a:lnSpc>
                  <a:spcPct val="140000"/>
                </a:lnSpc>
                <a:tabLst>
                  <a:tab pos="0" algn="l"/>
                </a:tabLst>
              </a:pPr>
              <a:endParaRPr lang="en-US" sz="2270" b="0" strike="noStrike" spc="-1">
                <a:solidFill>
                  <a:srgbClr val="000000"/>
                </a:solidFill>
                <a:latin typeface="Arial"/>
              </a:endParaRPr>
            </a:p>
          </p:txBody>
        </p:sp>
      </p:grpSp>
      <p:sp>
        <p:nvSpPr>
          <p:cNvPr id="164" name="Text Box 10"/>
          <p:cNvSpPr/>
          <p:nvPr/>
        </p:nvSpPr>
        <p:spPr>
          <a:xfrm>
            <a:off x="1875960" y="5756760"/>
            <a:ext cx="12464640" cy="3945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nSpc>
                <a:spcPct val="100000"/>
              </a:lnSpc>
            </a:pPr>
            <a:r>
              <a:rPr lang="en-US" sz="2000" b="0" strike="noStrike" spc="-1">
                <a:solidFill>
                  <a:srgbClr val="000000"/>
                </a:solidFill>
                <a:latin typeface="Arial Narrow"/>
                <a:ea typeface="Arial"/>
              </a:rPr>
              <a:t>Financial &amp; Insurance Integration: Connects farmers with loans, savings, and crop/livestock insurance directly through the platform.</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 name="Google Shape;177;p21"/>
          <p:cNvGrpSpPr/>
          <p:nvPr/>
        </p:nvGrpSpPr>
        <p:grpSpPr>
          <a:xfrm>
            <a:off x="9012960" y="3859920"/>
            <a:ext cx="6683040" cy="689760"/>
            <a:chOff x="9012960" y="3859920"/>
            <a:chExt cx="6683040" cy="689760"/>
          </a:xfrm>
        </p:grpSpPr>
        <p:sp>
          <p:nvSpPr>
            <p:cNvPr id="166" name="Google Shape;178;p21"/>
            <p:cNvSpPr/>
            <p:nvPr/>
          </p:nvSpPr>
          <p:spPr>
            <a:xfrm>
              <a:off x="9012960" y="3931920"/>
              <a:ext cx="6683040" cy="545400"/>
            </a:xfrm>
            <a:custGeom>
              <a:avLst/>
              <a:gdLst>
                <a:gd name="textAreaLeft" fmla="*/ 0 w 6683040"/>
                <a:gd name="textAreaRight" fmla="*/ 6683400 w 6683040"/>
                <a:gd name="textAreaTop" fmla="*/ 0 h 545400"/>
                <a:gd name="textAreaBottom" fmla="*/ 545760 h 545400"/>
              </a:gdLst>
              <a:ahLst/>
              <a:cxnLst/>
              <a:rect l="textAreaLeft" t="textAreaTop" r="textAreaRight" b="textAreaBottom"/>
              <a:pathLst>
                <a:path w="1760253" h="143750">
                  <a:moveTo>
                    <a:pt x="59077" y="0"/>
                  </a:moveTo>
                  <a:lnTo>
                    <a:pt x="1701177" y="0"/>
                  </a:lnTo>
                  <a:cubicBezTo>
                    <a:pt x="1716845" y="0"/>
                    <a:pt x="1731871" y="6224"/>
                    <a:pt x="1742950" y="17303"/>
                  </a:cubicBezTo>
                  <a:cubicBezTo>
                    <a:pt x="1754029" y="28382"/>
                    <a:pt x="1760253" y="43409"/>
                    <a:pt x="1760253" y="59077"/>
                  </a:cubicBezTo>
                  <a:lnTo>
                    <a:pt x="1760253" y="84673"/>
                  </a:lnTo>
                  <a:cubicBezTo>
                    <a:pt x="1760253" y="117301"/>
                    <a:pt x="1733804" y="143750"/>
                    <a:pt x="1701177" y="143750"/>
                  </a:cubicBezTo>
                  <a:lnTo>
                    <a:pt x="59077" y="143750"/>
                  </a:lnTo>
                  <a:cubicBezTo>
                    <a:pt x="43409" y="143750"/>
                    <a:pt x="28382" y="137526"/>
                    <a:pt x="17303" y="126447"/>
                  </a:cubicBezTo>
                  <a:cubicBezTo>
                    <a:pt x="6224" y="115368"/>
                    <a:pt x="0" y="100342"/>
                    <a:pt x="0" y="84673"/>
                  </a:cubicBezTo>
                  <a:lnTo>
                    <a:pt x="0" y="59077"/>
                  </a:lnTo>
                  <a:cubicBezTo>
                    <a:pt x="0" y="26450"/>
                    <a:pt x="26450" y="0"/>
                    <a:pt x="59077" y="0"/>
                  </a:cubicBezTo>
                  <a:close/>
                </a:path>
              </a:pathLst>
            </a:custGeom>
            <a:solidFill>
              <a:srgbClr val="EECC1D"/>
            </a:solidFill>
            <a:ln w="0">
              <a:noFill/>
            </a:ln>
          </p:spPr>
          <p:style>
            <a:lnRef idx="0">
              <a:srgbClr val="FFFFFF"/>
            </a:lnRef>
            <a:fillRef idx="0">
              <a:srgbClr val="FFFFFF"/>
            </a:fillRef>
            <a:effectRef idx="0">
              <a:srgbClr val="FFFFFF"/>
            </a:effectRef>
            <a:fontRef idx="minor"/>
          </p:style>
          <p:txBody>
            <a:bodyPr tIns="91440" bIns="91440" anchor="ctr">
              <a:noAutofit/>
            </a:bodyPr>
            <a:p>
              <a:pPr>
                <a:lnSpc>
                  <a:spcPct val="100000"/>
                </a:lnSpc>
                <a:tabLst>
                  <a:tab pos="0" algn="l"/>
                </a:tabLst>
              </a:pPr>
              <a:endParaRPr lang="en-US" sz="1400" b="0" strike="noStrike" spc="-1">
                <a:solidFill>
                  <a:srgbClr val="000000"/>
                </a:solidFill>
                <a:latin typeface="Arial"/>
                <a:ea typeface="Arial"/>
              </a:endParaRPr>
            </a:p>
          </p:txBody>
        </p:sp>
        <p:sp>
          <p:nvSpPr>
            <p:cNvPr id="167" name="Google Shape;179;p21"/>
            <p:cNvSpPr/>
            <p:nvPr/>
          </p:nvSpPr>
          <p:spPr>
            <a:xfrm>
              <a:off x="9012960" y="3859920"/>
              <a:ext cx="6051600" cy="689760"/>
            </a:xfrm>
            <a:prstGeom prst="rect">
              <a:avLst/>
            </a:prstGeom>
            <a:no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40000"/>
                </a:lnSpc>
                <a:tabLst>
                  <a:tab pos="0" algn="l"/>
                </a:tabLst>
              </a:pPr>
              <a:r>
                <a:rPr lang="en-US" sz="2200" b="0" strike="noStrike" spc="-1">
                  <a:solidFill>
                    <a:srgbClr val="FFFFFF"/>
                  </a:solidFill>
                  <a:latin typeface="Montserrat"/>
                  <a:ea typeface="Montserrat"/>
                </a:rPr>
                <a:t>Total Available Market (TAM)</a:t>
              </a:r>
              <a:endParaRPr lang="en-US" sz="2200" b="0" strike="noStrike" spc="-1">
                <a:solidFill>
                  <a:srgbClr val="000000"/>
                </a:solidFill>
                <a:latin typeface="Arial"/>
              </a:endParaRPr>
            </a:p>
          </p:txBody>
        </p:sp>
      </p:grpSp>
      <p:grpSp>
        <p:nvGrpSpPr>
          <p:cNvPr id="168" name="Google Shape;180;p21"/>
          <p:cNvGrpSpPr/>
          <p:nvPr/>
        </p:nvGrpSpPr>
        <p:grpSpPr>
          <a:xfrm>
            <a:off x="9012960" y="7509600"/>
            <a:ext cx="6829560" cy="545760"/>
            <a:chOff x="9012960" y="7509600"/>
            <a:chExt cx="6829560" cy="545760"/>
          </a:xfrm>
        </p:grpSpPr>
        <p:sp>
          <p:nvSpPr>
            <p:cNvPr id="169" name="Google Shape;181;p21"/>
            <p:cNvSpPr/>
            <p:nvPr/>
          </p:nvSpPr>
          <p:spPr>
            <a:xfrm>
              <a:off x="9159480" y="7509960"/>
              <a:ext cx="6683040" cy="545400"/>
            </a:xfrm>
            <a:custGeom>
              <a:avLst/>
              <a:gdLst>
                <a:gd name="textAreaLeft" fmla="*/ 0 w 6683040"/>
                <a:gd name="textAreaRight" fmla="*/ 6683400 w 6683040"/>
                <a:gd name="textAreaTop" fmla="*/ 0 h 545400"/>
                <a:gd name="textAreaBottom" fmla="*/ 545760 h 545400"/>
              </a:gdLst>
              <a:ahLst/>
              <a:cxnLst/>
              <a:rect l="textAreaLeft" t="textAreaTop" r="textAreaRight" b="textAreaBottom"/>
              <a:pathLst>
                <a:path w="1760253" h="143750">
                  <a:moveTo>
                    <a:pt x="59077" y="0"/>
                  </a:moveTo>
                  <a:lnTo>
                    <a:pt x="1701177" y="0"/>
                  </a:lnTo>
                  <a:cubicBezTo>
                    <a:pt x="1716845" y="0"/>
                    <a:pt x="1731871" y="6224"/>
                    <a:pt x="1742950" y="17303"/>
                  </a:cubicBezTo>
                  <a:cubicBezTo>
                    <a:pt x="1754029" y="28382"/>
                    <a:pt x="1760253" y="43409"/>
                    <a:pt x="1760253" y="59077"/>
                  </a:cubicBezTo>
                  <a:lnTo>
                    <a:pt x="1760253" y="84673"/>
                  </a:lnTo>
                  <a:cubicBezTo>
                    <a:pt x="1760253" y="117301"/>
                    <a:pt x="1733804" y="143750"/>
                    <a:pt x="1701177" y="143750"/>
                  </a:cubicBezTo>
                  <a:lnTo>
                    <a:pt x="59077" y="143750"/>
                  </a:lnTo>
                  <a:cubicBezTo>
                    <a:pt x="43409" y="143750"/>
                    <a:pt x="28382" y="137526"/>
                    <a:pt x="17303" y="126447"/>
                  </a:cubicBezTo>
                  <a:cubicBezTo>
                    <a:pt x="6224" y="115368"/>
                    <a:pt x="0" y="100342"/>
                    <a:pt x="0" y="84673"/>
                  </a:cubicBezTo>
                  <a:lnTo>
                    <a:pt x="0" y="59077"/>
                  </a:lnTo>
                  <a:cubicBezTo>
                    <a:pt x="0" y="26450"/>
                    <a:pt x="26450" y="0"/>
                    <a:pt x="59077" y="0"/>
                  </a:cubicBezTo>
                  <a:close/>
                </a:path>
              </a:pathLst>
            </a:custGeom>
            <a:solidFill>
              <a:srgbClr val="EECC1D"/>
            </a:solidFill>
            <a:ln w="0">
              <a:noFill/>
            </a:ln>
          </p:spPr>
          <p:style>
            <a:lnRef idx="0">
              <a:srgbClr val="FFFFFF"/>
            </a:lnRef>
            <a:fillRef idx="0">
              <a:srgbClr val="FFFFFF"/>
            </a:fillRef>
            <a:effectRef idx="0">
              <a:srgbClr val="FFFFFF"/>
            </a:effectRef>
            <a:fontRef idx="minor"/>
          </p:style>
          <p:txBody>
            <a:bodyPr tIns="91440" bIns="91440" anchor="ctr">
              <a:noAutofit/>
            </a:bodyPr>
            <a:p>
              <a:pPr>
                <a:lnSpc>
                  <a:spcPct val="100000"/>
                </a:lnSpc>
                <a:tabLst>
                  <a:tab pos="0" algn="l"/>
                </a:tabLst>
              </a:pPr>
              <a:endParaRPr lang="en-US" sz="1400" b="0" strike="noStrike" spc="-1">
                <a:solidFill>
                  <a:srgbClr val="000000"/>
                </a:solidFill>
                <a:latin typeface="Arial"/>
                <a:ea typeface="Arial"/>
              </a:endParaRPr>
            </a:p>
          </p:txBody>
        </p:sp>
        <p:sp>
          <p:nvSpPr>
            <p:cNvPr id="170" name="Google Shape;182;p21"/>
            <p:cNvSpPr/>
            <p:nvPr/>
          </p:nvSpPr>
          <p:spPr>
            <a:xfrm>
              <a:off x="9012960" y="7509600"/>
              <a:ext cx="6683760" cy="545400"/>
            </a:xfrm>
            <a:prstGeom prst="rect">
              <a:avLst/>
            </a:prstGeom>
            <a:no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40000"/>
                </a:lnSpc>
                <a:tabLst>
                  <a:tab pos="0" algn="l"/>
                </a:tabLst>
              </a:pPr>
              <a:r>
                <a:rPr lang="en-US" sz="2200" b="0" strike="noStrike" spc="-1">
                  <a:solidFill>
                    <a:srgbClr val="FFFFFF"/>
                  </a:solidFill>
                  <a:latin typeface="Montserrat"/>
                  <a:ea typeface="Montserrat"/>
                </a:rPr>
                <a:t>Serviceable Obtainable Market (SOM)</a:t>
              </a:r>
              <a:endParaRPr lang="en-US" sz="2200" b="0" strike="noStrike" spc="-1">
                <a:solidFill>
                  <a:srgbClr val="000000"/>
                </a:solidFill>
                <a:latin typeface="Arial"/>
              </a:endParaRPr>
            </a:p>
          </p:txBody>
        </p:sp>
      </p:grpSp>
      <p:pic>
        <p:nvPicPr>
          <p:cNvPr id="171" name="Google Shape;183;p21"/>
          <p:cNvPicPr/>
          <p:nvPr/>
        </p:nvPicPr>
        <p:blipFill>
          <a:blip r:embed="rId1"/>
          <a:stretch>
            <a:fillRect/>
          </a:stretch>
        </p:blipFill>
        <p:spPr>
          <a:xfrm>
            <a:off x="-573840" y="1861560"/>
            <a:ext cx="9956880" cy="7471800"/>
          </a:xfrm>
          <a:prstGeom prst="rect">
            <a:avLst/>
          </a:prstGeom>
          <a:ln w="0">
            <a:noFill/>
          </a:ln>
        </p:spPr>
      </p:pic>
      <p:sp>
        <p:nvSpPr>
          <p:cNvPr id="172" name="Google Shape;184;p21"/>
          <p:cNvSpPr/>
          <p:nvPr/>
        </p:nvSpPr>
        <p:spPr>
          <a:xfrm>
            <a:off x="0" y="87840"/>
            <a:ext cx="18287640" cy="1686240"/>
          </a:xfrm>
          <a:prstGeom prst="rect">
            <a:avLst/>
          </a:prstGeom>
          <a:solidFill>
            <a:srgbClr val="2598D3"/>
          </a:solidFill>
          <a:ln w="9525">
            <a:solidFill>
              <a:srgbClr val="1F497D"/>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143642"/>
              </a:solidFill>
              <a:latin typeface="Calibri"/>
              <a:ea typeface="Calibri"/>
            </a:endParaRPr>
          </a:p>
        </p:txBody>
      </p:sp>
      <p:sp>
        <p:nvSpPr>
          <p:cNvPr id="173" name="Google Shape;185;p21"/>
          <p:cNvSpPr/>
          <p:nvPr/>
        </p:nvSpPr>
        <p:spPr>
          <a:xfrm>
            <a:off x="1074600" y="595440"/>
            <a:ext cx="3927240" cy="82692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a:lnSpc>
                <a:spcPct val="100000"/>
              </a:lnSpc>
              <a:tabLst>
                <a:tab pos="0" algn="l"/>
              </a:tabLst>
            </a:pPr>
            <a:r>
              <a:rPr lang="en-US" sz="5300" b="1" strike="noStrike" spc="-1">
                <a:solidFill>
                  <a:srgbClr val="F0F6FC"/>
                </a:solidFill>
                <a:latin typeface="Arial"/>
                <a:ea typeface="Arial"/>
              </a:rPr>
              <a:t>Market</a:t>
            </a:r>
            <a:endParaRPr lang="en-US" sz="5300" b="0" strike="noStrike" spc="-1">
              <a:solidFill>
                <a:srgbClr val="000000"/>
              </a:solidFill>
              <a:latin typeface="Arial"/>
            </a:endParaRPr>
          </a:p>
        </p:txBody>
      </p:sp>
      <p:grpSp>
        <p:nvGrpSpPr>
          <p:cNvPr id="174" name="Google Shape;186;p21"/>
          <p:cNvGrpSpPr/>
          <p:nvPr/>
        </p:nvGrpSpPr>
        <p:grpSpPr>
          <a:xfrm>
            <a:off x="9052560" y="5661000"/>
            <a:ext cx="6683040" cy="689760"/>
            <a:chOff x="9052560" y="5661000"/>
            <a:chExt cx="6683040" cy="689760"/>
          </a:xfrm>
        </p:grpSpPr>
        <p:sp>
          <p:nvSpPr>
            <p:cNvPr id="175" name="Google Shape;187;p21"/>
            <p:cNvSpPr/>
            <p:nvPr/>
          </p:nvSpPr>
          <p:spPr>
            <a:xfrm>
              <a:off x="9052560" y="5733000"/>
              <a:ext cx="6683040" cy="545400"/>
            </a:xfrm>
            <a:custGeom>
              <a:avLst/>
              <a:gdLst>
                <a:gd name="textAreaLeft" fmla="*/ 0 w 6683040"/>
                <a:gd name="textAreaRight" fmla="*/ 6683400 w 6683040"/>
                <a:gd name="textAreaTop" fmla="*/ 0 h 545400"/>
                <a:gd name="textAreaBottom" fmla="*/ 545760 h 545400"/>
              </a:gdLst>
              <a:ahLst/>
              <a:cxnLst/>
              <a:rect l="textAreaLeft" t="textAreaTop" r="textAreaRight" b="textAreaBottom"/>
              <a:pathLst>
                <a:path w="1760253" h="143750">
                  <a:moveTo>
                    <a:pt x="59077" y="0"/>
                  </a:moveTo>
                  <a:lnTo>
                    <a:pt x="1701177" y="0"/>
                  </a:lnTo>
                  <a:cubicBezTo>
                    <a:pt x="1716845" y="0"/>
                    <a:pt x="1731871" y="6224"/>
                    <a:pt x="1742950" y="17303"/>
                  </a:cubicBezTo>
                  <a:cubicBezTo>
                    <a:pt x="1754029" y="28382"/>
                    <a:pt x="1760253" y="43409"/>
                    <a:pt x="1760253" y="59077"/>
                  </a:cubicBezTo>
                  <a:lnTo>
                    <a:pt x="1760253" y="84673"/>
                  </a:lnTo>
                  <a:cubicBezTo>
                    <a:pt x="1760253" y="117301"/>
                    <a:pt x="1733804" y="143750"/>
                    <a:pt x="1701177" y="143750"/>
                  </a:cubicBezTo>
                  <a:lnTo>
                    <a:pt x="59077" y="143750"/>
                  </a:lnTo>
                  <a:cubicBezTo>
                    <a:pt x="43409" y="143750"/>
                    <a:pt x="28382" y="137526"/>
                    <a:pt x="17303" y="126447"/>
                  </a:cubicBezTo>
                  <a:cubicBezTo>
                    <a:pt x="6224" y="115368"/>
                    <a:pt x="0" y="100342"/>
                    <a:pt x="0" y="84673"/>
                  </a:cubicBezTo>
                  <a:lnTo>
                    <a:pt x="0" y="59077"/>
                  </a:lnTo>
                  <a:cubicBezTo>
                    <a:pt x="0" y="26450"/>
                    <a:pt x="26450" y="0"/>
                    <a:pt x="59077" y="0"/>
                  </a:cubicBezTo>
                  <a:close/>
                </a:path>
              </a:pathLst>
            </a:custGeom>
            <a:solidFill>
              <a:srgbClr val="EECC1D"/>
            </a:solidFill>
            <a:ln w="0">
              <a:noFill/>
            </a:ln>
          </p:spPr>
          <p:style>
            <a:lnRef idx="0">
              <a:srgbClr val="FFFFFF"/>
            </a:lnRef>
            <a:fillRef idx="0">
              <a:srgbClr val="FFFFFF"/>
            </a:fillRef>
            <a:effectRef idx="0">
              <a:srgbClr val="FFFFFF"/>
            </a:effectRef>
            <a:fontRef idx="minor"/>
          </p:style>
          <p:txBody>
            <a:bodyPr tIns="91440" bIns="91440" anchor="ctr">
              <a:noAutofit/>
            </a:bodyPr>
            <a:p>
              <a:pPr>
                <a:lnSpc>
                  <a:spcPct val="100000"/>
                </a:lnSpc>
                <a:tabLst>
                  <a:tab pos="0" algn="l"/>
                </a:tabLst>
              </a:pPr>
              <a:endParaRPr lang="en-US" sz="1400" b="0" strike="noStrike" spc="-1">
                <a:solidFill>
                  <a:srgbClr val="000000"/>
                </a:solidFill>
                <a:latin typeface="Arial"/>
                <a:ea typeface="Arial"/>
              </a:endParaRPr>
            </a:p>
          </p:txBody>
        </p:sp>
        <p:sp>
          <p:nvSpPr>
            <p:cNvPr id="176" name="Google Shape;188;p21"/>
            <p:cNvSpPr/>
            <p:nvPr/>
          </p:nvSpPr>
          <p:spPr>
            <a:xfrm>
              <a:off x="9052560" y="5661000"/>
              <a:ext cx="6051600" cy="689760"/>
            </a:xfrm>
            <a:prstGeom prst="rect">
              <a:avLst/>
            </a:prstGeom>
            <a:no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40000"/>
                </a:lnSpc>
                <a:tabLst>
                  <a:tab pos="0" algn="l"/>
                </a:tabLst>
              </a:pPr>
              <a:r>
                <a:rPr lang="en-US" sz="2200" b="0" strike="noStrike" spc="-1">
                  <a:solidFill>
                    <a:schemeClr val="lt1"/>
                  </a:solidFill>
                  <a:latin typeface="Montserrat"/>
                  <a:ea typeface="Montserrat"/>
                </a:rPr>
                <a:t>Serviceable Available Market (SAM)</a:t>
              </a:r>
              <a:endParaRPr lang="en-US" sz="2200" b="0" strike="noStrike" spc="-1">
                <a:solidFill>
                  <a:srgbClr val="000000"/>
                </a:solidFill>
                <a:latin typeface="Aria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Google Shape;193;p22"/>
          <p:cNvSpPr/>
          <p:nvPr/>
        </p:nvSpPr>
        <p:spPr>
          <a:xfrm>
            <a:off x="1028520" y="690480"/>
            <a:ext cx="791604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2598D3"/>
                </a:solidFill>
                <a:latin typeface="Plus Jakarta Sans ExtraBold"/>
                <a:ea typeface="Plus Jakarta Sans ExtraBold"/>
              </a:rPr>
              <a:t>Competition</a:t>
            </a:r>
            <a:endParaRPr lang="en-US" sz="5600" b="0" strike="noStrike" spc="-1">
              <a:solidFill>
                <a:srgbClr val="000000"/>
              </a:solidFill>
              <a:latin typeface="Arial"/>
            </a:endParaRPr>
          </a:p>
        </p:txBody>
      </p:sp>
      <p:sp>
        <p:nvSpPr>
          <p:cNvPr id="178" name="Google Shape;194;p22"/>
          <p:cNvSpPr/>
          <p:nvPr/>
        </p:nvSpPr>
        <p:spPr>
          <a:xfrm>
            <a:off x="1074600" y="1670400"/>
            <a:ext cx="10127520" cy="479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3000" b="0" strike="noStrike" spc="-1">
                <a:solidFill>
                  <a:srgbClr val="143642"/>
                </a:solidFill>
                <a:latin typeface="Plus Jakarta Sans Medium"/>
                <a:ea typeface="Plus Jakarta Sans Medium"/>
              </a:rPr>
              <a:t>Here is our competitors list and what they are doing</a:t>
            </a:r>
            <a:endParaRPr lang="en-US" sz="3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9" name="Google Shape;199;p23"/>
          <p:cNvGrpSpPr/>
          <p:nvPr/>
        </p:nvGrpSpPr>
        <p:grpSpPr>
          <a:xfrm>
            <a:off x="0" y="0"/>
            <a:ext cx="18287640" cy="1706760"/>
            <a:chOff x="0" y="0"/>
            <a:chExt cx="18287640" cy="1706760"/>
          </a:xfrm>
        </p:grpSpPr>
        <p:sp>
          <p:nvSpPr>
            <p:cNvPr id="180" name="Google Shape;200;p23"/>
            <p:cNvSpPr/>
            <p:nvPr/>
          </p:nvSpPr>
          <p:spPr>
            <a:xfrm>
              <a:off x="0" y="201960"/>
              <a:ext cx="18287640" cy="1504800"/>
            </a:xfrm>
            <a:custGeom>
              <a:avLst/>
              <a:gdLst>
                <a:gd name="textAreaLeft" fmla="*/ 0 w 18287640"/>
                <a:gd name="textAreaRight" fmla="*/ 18288000 w 18287640"/>
                <a:gd name="textAreaTop" fmla="*/ 0 h 1504800"/>
                <a:gd name="textAreaBottom" fmla="*/ 1505160 h 1504800"/>
              </a:gdLst>
              <a:ahLst/>
              <a:cxnLst/>
              <a:rect l="textAreaLeft" t="textAreaTop" r="textAreaRight" b="textAreaBottom"/>
              <a:pathLst>
                <a:path w="4816592" h="425650">
                  <a:moveTo>
                    <a:pt x="0" y="0"/>
                  </a:moveTo>
                  <a:lnTo>
                    <a:pt x="4816592" y="0"/>
                  </a:lnTo>
                  <a:lnTo>
                    <a:pt x="4816592" y="425650"/>
                  </a:lnTo>
                  <a:lnTo>
                    <a:pt x="0" y="425650"/>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81" name="Google Shape;201;p23"/>
            <p:cNvSpPr/>
            <p:nvPr/>
          </p:nvSpPr>
          <p:spPr>
            <a:xfrm>
              <a:off x="0" y="0"/>
              <a:ext cx="18287640" cy="170676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82" name="Google Shape;202;p23"/>
          <p:cNvSpPr/>
          <p:nvPr/>
        </p:nvSpPr>
        <p:spPr>
          <a:xfrm>
            <a:off x="1028880" y="690480"/>
            <a:ext cx="797832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rgbClr val="F0F6FC"/>
                </a:solidFill>
                <a:latin typeface="Plus Jakarta Sans ExtraBold"/>
                <a:ea typeface="Plus Jakarta Sans ExtraBold"/>
              </a:rPr>
              <a:t>Revenue Model</a:t>
            </a:r>
            <a:endParaRPr lang="en-US" sz="5600" b="0" strike="noStrike" spc="-1">
              <a:solidFill>
                <a:srgbClr val="000000"/>
              </a:solidFill>
              <a:latin typeface="Arial"/>
            </a:endParaRPr>
          </a:p>
        </p:txBody>
      </p:sp>
      <p:pic>
        <p:nvPicPr>
          <p:cNvPr id="183" name="Google Shape;203;p23"/>
          <p:cNvPicPr/>
          <p:nvPr/>
        </p:nvPicPr>
        <p:blipFill>
          <a:blip r:embed="rId1"/>
          <a:stretch>
            <a:fillRect/>
          </a:stretch>
        </p:blipFill>
        <p:spPr>
          <a:xfrm>
            <a:off x="12076920" y="3641760"/>
            <a:ext cx="3880440" cy="435168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 name="Google Shape;208;p24"/>
          <p:cNvGrpSpPr/>
          <p:nvPr/>
        </p:nvGrpSpPr>
        <p:grpSpPr>
          <a:xfrm>
            <a:off x="0" y="0"/>
            <a:ext cx="18287640" cy="1571760"/>
            <a:chOff x="0" y="0"/>
            <a:chExt cx="18287640" cy="1571760"/>
          </a:xfrm>
        </p:grpSpPr>
        <p:sp>
          <p:nvSpPr>
            <p:cNvPr id="185" name="Google Shape;209;p24"/>
            <p:cNvSpPr/>
            <p:nvPr/>
          </p:nvSpPr>
          <p:spPr>
            <a:xfrm>
              <a:off x="0" y="199080"/>
              <a:ext cx="18287640" cy="1372680"/>
            </a:xfrm>
            <a:custGeom>
              <a:avLst/>
              <a:gdLst>
                <a:gd name="textAreaLeft" fmla="*/ 0 w 18287640"/>
                <a:gd name="textAreaRight" fmla="*/ 18288000 w 18287640"/>
                <a:gd name="textAreaTop" fmla="*/ 0 h 1372680"/>
                <a:gd name="textAreaBottom" fmla="*/ 1373040 h 1372680"/>
              </a:gdLst>
              <a:ahLst/>
              <a:cxnLst/>
              <a:rect l="textAreaLeft" t="textAreaTop" r="textAreaRight" b="textAreaBottom"/>
              <a:pathLst>
                <a:path w="4816592" h="393857">
                  <a:moveTo>
                    <a:pt x="0" y="0"/>
                  </a:moveTo>
                  <a:lnTo>
                    <a:pt x="4816592" y="0"/>
                  </a:lnTo>
                  <a:lnTo>
                    <a:pt x="4816592" y="393857"/>
                  </a:lnTo>
                  <a:lnTo>
                    <a:pt x="0" y="393857"/>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86" name="Google Shape;210;p24"/>
            <p:cNvSpPr/>
            <p:nvPr/>
          </p:nvSpPr>
          <p:spPr>
            <a:xfrm>
              <a:off x="0" y="0"/>
              <a:ext cx="18287280" cy="157140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87" name="Google Shape;211;p24"/>
          <p:cNvSpPr/>
          <p:nvPr/>
        </p:nvSpPr>
        <p:spPr>
          <a:xfrm>
            <a:off x="1074600" y="528840"/>
            <a:ext cx="814752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chemeClr val="lt1"/>
                </a:solidFill>
                <a:latin typeface="Plus Jakarta Sans ExtraBold"/>
                <a:ea typeface="Plus Jakarta Sans ExtraBold"/>
              </a:rPr>
              <a:t>The Team (Optional)</a:t>
            </a:r>
            <a:endParaRPr lang="en-US" sz="56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 name="Google Shape;216;p25"/>
          <p:cNvGrpSpPr/>
          <p:nvPr/>
        </p:nvGrpSpPr>
        <p:grpSpPr>
          <a:xfrm>
            <a:off x="0" y="0"/>
            <a:ext cx="18287640" cy="1752840"/>
            <a:chOff x="0" y="0"/>
            <a:chExt cx="18287640" cy="1752840"/>
          </a:xfrm>
        </p:grpSpPr>
        <p:sp>
          <p:nvSpPr>
            <p:cNvPr id="189" name="Google Shape;217;p25"/>
            <p:cNvSpPr/>
            <p:nvPr/>
          </p:nvSpPr>
          <p:spPr>
            <a:xfrm>
              <a:off x="0" y="222120"/>
              <a:ext cx="18287640" cy="1530720"/>
            </a:xfrm>
            <a:custGeom>
              <a:avLst/>
              <a:gdLst>
                <a:gd name="textAreaLeft" fmla="*/ 0 w 18287640"/>
                <a:gd name="textAreaRight" fmla="*/ 18288000 w 18287640"/>
                <a:gd name="textAreaTop" fmla="*/ 0 h 1530720"/>
                <a:gd name="textAreaBottom" fmla="*/ 1531080 h 1530720"/>
              </a:gdLst>
              <a:ahLst/>
              <a:cxnLst/>
              <a:rect l="textAreaLeft" t="textAreaTop" r="textAreaRight" b="textAreaBottom"/>
              <a:pathLst>
                <a:path w="4816592" h="393857">
                  <a:moveTo>
                    <a:pt x="0" y="0"/>
                  </a:moveTo>
                  <a:lnTo>
                    <a:pt x="4816592" y="0"/>
                  </a:lnTo>
                  <a:lnTo>
                    <a:pt x="4816592" y="393857"/>
                  </a:lnTo>
                  <a:lnTo>
                    <a:pt x="0" y="393857"/>
                  </a:lnTo>
                  <a:close/>
                </a:path>
              </a:pathLst>
            </a:custGeom>
            <a:solidFill>
              <a:srgbClr val="2598D3"/>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strike="noStrike" spc="-1">
                <a:solidFill>
                  <a:srgbClr val="FFFFFF"/>
                </a:solidFill>
                <a:latin typeface="Arial"/>
              </a:endParaRPr>
            </a:p>
          </p:txBody>
        </p:sp>
        <p:sp>
          <p:nvSpPr>
            <p:cNvPr id="190" name="Google Shape;218;p25"/>
            <p:cNvSpPr/>
            <p:nvPr/>
          </p:nvSpPr>
          <p:spPr>
            <a:xfrm>
              <a:off x="0" y="0"/>
              <a:ext cx="18287280" cy="1752480"/>
            </a:xfrm>
            <a:prstGeom prst="rect">
              <a:avLst/>
            </a:prstGeom>
            <a:solidFill>
              <a:srgbClr val="2598D3"/>
            </a:solidFill>
            <a:ln w="0">
              <a:noFill/>
            </a:ln>
          </p:spPr>
          <p:style>
            <a:lnRef idx="0">
              <a:srgbClr val="FFFFFF"/>
            </a:lnRef>
            <a:fillRef idx="0">
              <a:srgbClr val="FFFFFF"/>
            </a:fillRef>
            <a:effectRef idx="0">
              <a:srgbClr val="FFFFFF"/>
            </a:effectRef>
            <a:fontRef idx="minor"/>
          </p:style>
          <p:txBody>
            <a:bodyPr lIns="50760" tIns="50760" rIns="50760" bIns="50760" anchor="ctr">
              <a:noAutofit/>
            </a:bodyPr>
            <a:p>
              <a:pPr algn="ctr">
                <a:lnSpc>
                  <a:spcPct val="138000"/>
                </a:lnSpc>
                <a:tabLst>
                  <a:tab pos="0" algn="l"/>
                </a:tabLst>
              </a:pPr>
              <a:endParaRPr lang="en-US" sz="1800" b="0" strike="noStrike" spc="-1">
                <a:solidFill>
                  <a:schemeClr val="dk1"/>
                </a:solidFill>
                <a:latin typeface="Calibri"/>
                <a:ea typeface="Calibri"/>
              </a:endParaRPr>
            </a:p>
          </p:txBody>
        </p:sp>
      </p:grpSp>
      <p:sp>
        <p:nvSpPr>
          <p:cNvPr id="191" name="Google Shape;219;p25"/>
          <p:cNvSpPr/>
          <p:nvPr/>
        </p:nvSpPr>
        <p:spPr>
          <a:xfrm>
            <a:off x="1074600" y="562320"/>
            <a:ext cx="8001000" cy="895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05000"/>
              </a:lnSpc>
              <a:tabLst>
                <a:tab pos="0" algn="l"/>
              </a:tabLst>
            </a:pPr>
            <a:r>
              <a:rPr lang="en-US" sz="5600" b="0" strike="noStrike" spc="-1">
                <a:solidFill>
                  <a:schemeClr val="lt1"/>
                </a:solidFill>
                <a:latin typeface="Plus Jakarta Sans ExtraBold"/>
                <a:ea typeface="Plus Jakarta Sans ExtraBold"/>
              </a:rPr>
              <a:t>Our Ask?</a:t>
            </a:r>
            <a:endParaRPr lang="en-US" sz="5600" b="0" strike="noStrike" spc="-1">
              <a:solidFill>
                <a:srgbClr val="000000"/>
              </a:solidFill>
              <a:latin typeface="Arial"/>
            </a:endParaRPr>
          </a:p>
        </p:txBody>
      </p:sp>
      <p:sp>
        <p:nvSpPr>
          <p:cNvPr id="192" name="Google Shape;220;p25"/>
          <p:cNvSpPr/>
          <p:nvPr/>
        </p:nvSpPr>
        <p:spPr>
          <a:xfrm>
            <a:off x="1074600" y="3127680"/>
            <a:ext cx="6884640" cy="1371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marL="457200" indent="-412750">
              <a:lnSpc>
                <a:spcPct val="100000"/>
              </a:lnSpc>
              <a:buClr>
                <a:srgbClr val="000000"/>
              </a:buClr>
              <a:buFont typeface="Plus Jakarta Sans Medium"/>
              <a:buChar char="●"/>
            </a:pPr>
            <a:r>
              <a:rPr lang="en-US" sz="3000" b="0" strike="noStrike" spc="-1">
                <a:solidFill>
                  <a:schemeClr val="dk1"/>
                </a:solidFill>
                <a:latin typeface="Plus Jakarta Sans Medium"/>
                <a:ea typeface="Plus Jakarta Sans Medium"/>
              </a:rPr>
              <a:t>Open to partnerships, mentorships, and introductions to potential clients</a:t>
            </a:r>
            <a:endParaRPr lang="en-US" sz="3000" b="0" strike="noStrike" spc="-1">
              <a:solidFill>
                <a:srgbClr val="000000"/>
              </a:solidFill>
              <a:latin typeface="Arial"/>
            </a:endParaRPr>
          </a:p>
        </p:txBody>
      </p:sp>
      <p:pic>
        <p:nvPicPr>
          <p:cNvPr id="193" name="Google Shape;221;p25"/>
          <p:cNvPicPr/>
          <p:nvPr/>
        </p:nvPicPr>
        <p:blipFill>
          <a:blip r:embed="rId1"/>
          <a:stretch>
            <a:fillRect/>
          </a:stretch>
        </p:blipFill>
        <p:spPr>
          <a:xfrm>
            <a:off x="8658360" y="2507400"/>
            <a:ext cx="9446040" cy="708876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Google Shape;226;p26"/>
          <p:cNvCxnSpPr/>
          <p:nvPr/>
        </p:nvCxnSpPr>
        <p:spPr>
          <a:xfrm>
            <a:off x="1074600" y="8563320"/>
            <a:ext cx="16138800" cy="360"/>
          </a:xfrm>
          <a:prstGeom prst="straightConnector1">
            <a:avLst/>
          </a:prstGeom>
          <a:ln w="38100">
            <a:solidFill>
              <a:srgbClr val="EECC1D"/>
            </a:solidFill>
            <a:round/>
          </a:ln>
        </p:spPr>
      </p:cxnSp>
      <p:sp>
        <p:nvSpPr>
          <p:cNvPr id="195" name="Google Shape;227;p26"/>
          <p:cNvSpPr/>
          <p:nvPr/>
        </p:nvSpPr>
        <p:spPr>
          <a:xfrm>
            <a:off x="1074600" y="4374360"/>
            <a:ext cx="14166360" cy="19407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nSpc>
                <a:spcPct val="140000"/>
              </a:lnSpc>
              <a:tabLst>
                <a:tab pos="0" algn="l"/>
              </a:tabLst>
            </a:pPr>
            <a:r>
              <a:rPr lang="en-US" sz="9100" b="0" strike="noStrike" spc="-1">
                <a:solidFill>
                  <a:srgbClr val="2598D3"/>
                </a:solidFill>
                <a:latin typeface="Plus Jakarta Sans ExtraBold"/>
                <a:ea typeface="Plus Jakarta Sans ExtraBold"/>
              </a:rPr>
              <a:t>Thank You</a:t>
            </a:r>
            <a:endParaRPr lang="en-US" sz="9100" b="0" strike="noStrike" spc="-1">
              <a:solidFill>
                <a:srgbClr val="000000"/>
              </a:solidFill>
              <a:latin typeface="Arial"/>
            </a:endParaRPr>
          </a:p>
        </p:txBody>
      </p:sp>
      <p:sp>
        <p:nvSpPr>
          <p:cNvPr id="196" name="Google Shape;228;p26"/>
          <p:cNvSpPr/>
          <p:nvPr/>
        </p:nvSpPr>
        <p:spPr>
          <a:xfrm>
            <a:off x="1074600" y="8872200"/>
            <a:ext cx="2011680" cy="377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just">
              <a:lnSpc>
                <a:spcPct val="155000"/>
              </a:lnSpc>
              <a:tabLst>
                <a:tab pos="0" algn="l"/>
              </a:tabLst>
            </a:pPr>
            <a:r>
              <a:rPr lang="en-US" sz="1600" b="1" strike="noStrike" spc="-1">
                <a:solidFill>
                  <a:srgbClr val="143642"/>
                </a:solidFill>
                <a:latin typeface="Plus Jakarta Sans"/>
                <a:ea typeface="Plus Jakarta Sans"/>
              </a:rPr>
              <a:t>Telephone</a:t>
            </a:r>
            <a:endParaRPr lang="en-US" sz="1600" b="0" strike="noStrike" spc="-1">
              <a:solidFill>
                <a:srgbClr val="000000"/>
              </a:solidFill>
              <a:latin typeface="Arial"/>
            </a:endParaRPr>
          </a:p>
        </p:txBody>
      </p:sp>
      <p:sp>
        <p:nvSpPr>
          <p:cNvPr id="197" name="Google Shape;229;p26"/>
          <p:cNvSpPr/>
          <p:nvPr/>
        </p:nvSpPr>
        <p:spPr>
          <a:xfrm>
            <a:off x="3636000" y="8872200"/>
            <a:ext cx="2725560" cy="377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just">
              <a:lnSpc>
                <a:spcPct val="155000"/>
              </a:lnSpc>
              <a:tabLst>
                <a:tab pos="0" algn="l"/>
              </a:tabLst>
            </a:pPr>
            <a:r>
              <a:rPr lang="en-US" sz="1600" b="1" strike="noStrike" spc="-1">
                <a:solidFill>
                  <a:srgbClr val="143642"/>
                </a:solidFill>
                <a:latin typeface="Plus Jakarta Sans"/>
                <a:ea typeface="Plus Jakarta Sans"/>
              </a:rPr>
              <a:t>Address</a:t>
            </a:r>
            <a:endParaRPr lang="en-US" sz="1600" b="0" strike="noStrike" spc="-1">
              <a:solidFill>
                <a:srgbClr val="000000"/>
              </a:solidFill>
              <a:latin typeface="Arial"/>
            </a:endParaRPr>
          </a:p>
        </p:txBody>
      </p:sp>
      <p:sp>
        <p:nvSpPr>
          <p:cNvPr id="198" name="Google Shape;230;p26"/>
          <p:cNvSpPr/>
          <p:nvPr/>
        </p:nvSpPr>
        <p:spPr>
          <a:xfrm>
            <a:off x="6824880" y="8872200"/>
            <a:ext cx="2868120" cy="377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just">
              <a:lnSpc>
                <a:spcPct val="155000"/>
              </a:lnSpc>
              <a:tabLst>
                <a:tab pos="0" algn="l"/>
              </a:tabLst>
            </a:pPr>
            <a:r>
              <a:rPr lang="en-US" sz="1600" b="1" strike="noStrike" spc="-1">
                <a:solidFill>
                  <a:srgbClr val="143642"/>
                </a:solidFill>
                <a:latin typeface="Plus Jakarta Sans"/>
                <a:ea typeface="Plus Jakarta Sans"/>
              </a:rPr>
              <a:t>Website</a:t>
            </a:r>
            <a:endParaRPr lang="en-US" sz="1600" b="0" strike="noStrike" spc="-1">
              <a:solidFill>
                <a:srgbClr val="000000"/>
              </a:solidFill>
              <a:latin typeface="Arial"/>
            </a:endParaRPr>
          </a:p>
        </p:txBody>
      </p:sp>
      <p:grpSp>
        <p:nvGrpSpPr>
          <p:cNvPr id="199" name="Google Shape;231;p26"/>
          <p:cNvGrpSpPr/>
          <p:nvPr/>
        </p:nvGrpSpPr>
        <p:grpSpPr>
          <a:xfrm>
            <a:off x="1074600" y="739440"/>
            <a:ext cx="2233440" cy="1023480"/>
            <a:chOff x="1074600" y="739440"/>
            <a:chExt cx="2233440" cy="1023480"/>
          </a:xfrm>
        </p:grpSpPr>
        <p:sp>
          <p:nvSpPr>
            <p:cNvPr id="200" name="Google Shape;232;p26"/>
            <p:cNvSpPr/>
            <p:nvPr/>
          </p:nvSpPr>
          <p:spPr>
            <a:xfrm>
              <a:off x="1074600" y="739440"/>
              <a:ext cx="2233440" cy="1023480"/>
            </a:xfrm>
            <a:prstGeom prst="roundRect">
              <a:avLst>
                <a:gd name="adj" fmla="val 16667"/>
              </a:avLst>
            </a:prstGeom>
            <a:solidFill>
              <a:schemeClr val="lt1"/>
            </a:solidFill>
            <a:ln w="9525">
              <a:solidFill>
                <a:srgbClr val="FFFFFF"/>
              </a:solidFill>
              <a:round/>
            </a:ln>
          </p:spPr>
          <p:style>
            <a:lnRef idx="0">
              <a:srgbClr val="FFFFFF"/>
            </a:lnRef>
            <a:fillRef idx="0">
              <a:srgbClr val="FFFFFF"/>
            </a:fillRef>
            <a:effectRef idx="0">
              <a:srgbClr val="FFFFFF"/>
            </a:effectRef>
            <a:fontRef idx="minor"/>
          </p:style>
          <p:txBody>
            <a:bodyPr tIns="91440" bIns="91440" anchor="ctr">
              <a:noAutofit/>
            </a:bodyPr>
            <a:p>
              <a:pPr algn="ctr">
                <a:lnSpc>
                  <a:spcPct val="100000"/>
                </a:lnSpc>
                <a:tabLst>
                  <a:tab pos="0" algn="l"/>
                </a:tabLst>
              </a:pPr>
              <a:endParaRPr lang="en-US" sz="1400" b="0" strike="noStrike" spc="-1">
                <a:solidFill>
                  <a:srgbClr val="000000"/>
                </a:solidFill>
                <a:latin typeface="Calibri"/>
                <a:ea typeface="Calibri"/>
              </a:endParaRPr>
            </a:p>
          </p:txBody>
        </p:sp>
        <p:pic>
          <p:nvPicPr>
            <p:cNvPr id="201" name="Google Shape;233;p26"/>
            <p:cNvPicPr/>
            <p:nvPr/>
          </p:nvPicPr>
          <p:blipFill>
            <a:blip r:embed="rId1"/>
            <a:stretch>
              <a:fillRect/>
            </a:stretch>
          </p:blipFill>
          <p:spPr>
            <a:xfrm>
              <a:off x="1300680" y="998280"/>
              <a:ext cx="1788120" cy="540720"/>
            </a:xfrm>
            <a:prstGeom prst="rect">
              <a:avLst/>
            </a:prstGeom>
            <a:ln w="0">
              <a:noFill/>
            </a:ln>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3499</Words>
  <Application>WPS Presentation</Application>
  <PresentationFormat/>
  <Paragraphs>137</Paragraphs>
  <Slides>13</Slides>
  <Notes>0</Notes>
  <HiddenSlides>0</HiddenSlides>
  <MMClips>0</MMClips>
  <ScaleCrop>false</ScaleCrop>
  <HeadingPairs>
    <vt:vector size="6" baseType="variant">
      <vt:variant>
        <vt:lpstr>已用的字体</vt:lpstr>
      </vt:variant>
      <vt:variant>
        <vt:i4>20</vt:i4>
      </vt:variant>
      <vt:variant>
        <vt:lpstr>主题</vt:lpstr>
      </vt:variant>
      <vt:variant>
        <vt:i4>11</vt:i4>
      </vt:variant>
      <vt:variant>
        <vt:lpstr>幻灯片标题</vt:lpstr>
      </vt:variant>
      <vt:variant>
        <vt:i4>13</vt:i4>
      </vt:variant>
    </vt:vector>
  </HeadingPairs>
  <TitlesOfParts>
    <vt:vector size="44" baseType="lpstr">
      <vt:lpstr>Arial</vt:lpstr>
      <vt:lpstr>SimSun</vt:lpstr>
      <vt:lpstr>Wingdings</vt:lpstr>
      <vt:lpstr>Times New Roman</vt:lpstr>
      <vt:lpstr>Arial</vt:lpstr>
      <vt:lpstr>Symbol</vt:lpstr>
      <vt:lpstr>Calibri</vt:lpstr>
      <vt:lpstr>Plus Jakarta Sans ExtraBold</vt:lpstr>
      <vt:lpstr>Open Sans ExtraBold</vt:lpstr>
      <vt:lpstr>Plus Jakarta Sans Medium</vt:lpstr>
      <vt:lpstr>Montserrat</vt:lpstr>
      <vt:lpstr>Plus Jakarta Sans</vt:lpstr>
      <vt:lpstr>Noto Sans</vt:lpstr>
      <vt:lpstr>Arial Narrow</vt:lpstr>
      <vt:lpstr>DejaVu Sans</vt:lpstr>
      <vt:lpstr>URW Bookman</vt:lpstr>
      <vt:lpstr>微软雅黑</vt:lpstr>
      <vt:lpstr>Droid Sans Fallback</vt:lpstr>
      <vt:lpstr>Arial Unicode MS</vt:lpstr>
      <vt:lpstr>Standard Symbols PS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nextinnomind</cp:lastModifiedBy>
  <cp:revision>6</cp:revision>
  <dcterms:created xsi:type="dcterms:W3CDTF">2025-11-06T17:11:22Z</dcterms:created>
  <dcterms:modified xsi:type="dcterms:W3CDTF">2025-11-06T17:11:22Z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D85832FA87F04A6A9DE9D826A21FCD4F_12</vt:lpwstr>
  </property>
  <property fmtid="{D5CDD505-2E9C-101B-9397-08002B2CF9AE}" pid="3" name="KSOProductBuildVer">
    <vt:lpwstr>1033-10.1.0.6757</vt:lpwstr>
  </property>
  <property fmtid="{D5CDD505-2E9C-101B-9397-08002B2CF9AE}" pid="4" name="Notes">
    <vt:i4>13</vt:i4>
  </property>
  <property fmtid="{D5CDD505-2E9C-101B-9397-08002B2CF9AE}" pid="5" name="PresentationFormat">
    <vt:lpwstr>Custom</vt:lpwstr>
  </property>
  <property fmtid="{D5CDD505-2E9C-101B-9397-08002B2CF9AE}" pid="6" name="Slides">
    <vt:i4>13</vt:i4>
  </property>
</Properties>
</file>